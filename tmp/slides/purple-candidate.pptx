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514a34d8c947dd" /><Relationship Type="http://schemas.openxmlformats.org/officeDocument/2006/relationships/extended-properties" Target="/docProps/app.xml" Id="Rf83cc359e8d844d4" /><Relationship Type="http://schemas.openxmlformats.org/officeDocument/2006/relationships/officeDocument" Target="/ppt/presentation.xml" Id="R6e4eb3eb13bd4e6e" /></Relationships>
</file>

<file path=ppt/presentation.xml><?xml version="1.0" encoding="utf-8"?>
<p:presentation xmlns:p="http://schemas.openxmlformats.org/presentationml/2006/main">
  <p:sldMasterIdLst>
    <p:sldMasterId xmlns:r="http://schemas.openxmlformats.org/officeDocument/2006/relationships" id="2147483648" r:id="R28047b56ad514dc7"/>
  </p:sldMasterIdLst>
  <p:notesMasterIdLst>
    <p:notesMasterId xmlns:r="http://schemas.openxmlformats.org/officeDocument/2006/relationships" r:id="Rfd181619b9a74031"/>
  </p:notesMasterIdLst>
  <p:sldIdLst>
    <p:sldId xmlns:r="http://schemas.openxmlformats.org/officeDocument/2006/relationships" id="256" r:id="Rfc4758253dae4dbd"/>
    <p:sldId xmlns:r="http://schemas.openxmlformats.org/officeDocument/2006/relationships" id="257" r:id="R96383d28e9244a08"/>
    <p:sldId xmlns:r="http://schemas.openxmlformats.org/officeDocument/2006/relationships" id="258" r:id="Rb153984c2db24d45"/>
    <p:sldId xmlns:r="http://schemas.openxmlformats.org/officeDocument/2006/relationships" id="259" r:id="Rbcba7531ad774a82"/>
    <p:sldId xmlns:r="http://schemas.openxmlformats.org/officeDocument/2006/relationships" id="260" r:id="Ref97bcd85a47474a"/>
    <p:sldId xmlns:r="http://schemas.openxmlformats.org/officeDocument/2006/relationships" id="261" r:id="R282e322b83c44f59"/>
    <p:sldId xmlns:r="http://schemas.openxmlformats.org/officeDocument/2006/relationships" id="262" r:id="R2bcd3c018963488b"/>
    <p:sldId xmlns:r="http://schemas.openxmlformats.org/officeDocument/2006/relationships" id="263" r:id="Re19d50aeec7c4573"/>
    <p:sldId xmlns:r="http://schemas.openxmlformats.org/officeDocument/2006/relationships" id="264" r:id="R0378d69ffa5e47a5"/>
    <p:sldId xmlns:r="http://schemas.openxmlformats.org/officeDocument/2006/relationships" id="265" r:id="R144b41924d694567"/>
    <p:sldId xmlns:r="http://schemas.openxmlformats.org/officeDocument/2006/relationships" id="266" r:id="R8601afd6fef74b5b"/>
    <p:sldId xmlns:r="http://schemas.openxmlformats.org/officeDocument/2006/relationships" id="267" r:id="R33b62a97790746c9"/>
    <p:sldId xmlns:r="http://schemas.openxmlformats.org/officeDocument/2006/relationships" id="268" r:id="R83cc02d9faf448dc"/>
    <p:sldId xmlns:r="http://schemas.openxmlformats.org/officeDocument/2006/relationships" id="269" r:id="Rd2fa18368e4444e8"/>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902d9f5fe54466" /><Relationship Type="http://schemas.openxmlformats.org/officeDocument/2006/relationships/slideMaster" Target="/ppt/slideMasters/slideMaster1.xml" Id="R28047b56ad514dc7" /><Relationship Type="http://schemas.openxmlformats.org/officeDocument/2006/relationships/notesMaster" Target="/ppt/notesMasters/notesMaster1.xml" Id="Rfd181619b9a74031" /><Relationship Type="http://schemas.openxmlformats.org/officeDocument/2006/relationships/presProps" Target="/ppt/presProps.xml" Id="R873eb91b16ab4747" /><Relationship Type="http://schemas.openxmlformats.org/officeDocument/2006/relationships/tableStyles" Target="/ppt/tableStyles.xml" Id="R5d20487a91bf484c" /><Relationship Type="http://schemas.openxmlformats.org/officeDocument/2006/relationships/slide" Target="/ppt/slides/slide1.xml" Id="Rfc4758253dae4dbd" /><Relationship Type="http://schemas.openxmlformats.org/officeDocument/2006/relationships/slide" Target="/ppt/slides/slide2.xml" Id="R96383d28e9244a08" /><Relationship Type="http://schemas.openxmlformats.org/officeDocument/2006/relationships/slide" Target="/ppt/slides/slide3.xml" Id="Rb153984c2db24d45" /><Relationship Type="http://schemas.openxmlformats.org/officeDocument/2006/relationships/slide" Target="/ppt/slides/slide4.xml" Id="Rbcba7531ad774a82" /><Relationship Type="http://schemas.openxmlformats.org/officeDocument/2006/relationships/slide" Target="/ppt/slides/slide5.xml" Id="Ref97bcd85a47474a" /><Relationship Type="http://schemas.openxmlformats.org/officeDocument/2006/relationships/slide" Target="/ppt/slides/slide6.xml" Id="R282e322b83c44f59" /><Relationship Type="http://schemas.openxmlformats.org/officeDocument/2006/relationships/slide" Target="/ppt/slides/slide7.xml" Id="R2bcd3c018963488b" /><Relationship Type="http://schemas.openxmlformats.org/officeDocument/2006/relationships/slide" Target="/ppt/slides/slide8.xml" Id="Re19d50aeec7c4573" /><Relationship Type="http://schemas.openxmlformats.org/officeDocument/2006/relationships/slide" Target="/ppt/slides/slide9.xml" Id="R0378d69ffa5e47a5" /><Relationship Type="http://schemas.openxmlformats.org/officeDocument/2006/relationships/slide" Target="/ppt/slides/slide10.xml" Id="R144b41924d694567" /><Relationship Type="http://schemas.openxmlformats.org/officeDocument/2006/relationships/slide" Target="/ppt/slides/slide11.xml" Id="R8601afd6fef74b5b" /><Relationship Type="http://schemas.openxmlformats.org/officeDocument/2006/relationships/slide" Target="/ppt/slides/slide12.xml" Id="R33b62a97790746c9" /><Relationship Type="http://schemas.openxmlformats.org/officeDocument/2006/relationships/slide" Target="/ppt/slides/slide13.xml" Id="R83cc02d9faf448dc" /><Relationship Type="http://schemas.openxmlformats.org/officeDocument/2006/relationships/slide" Target="/ppt/slides/slide14.xml" Id="Rd2fa18368e4444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3562bc157649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fcb9948a514da6" /><Relationship Type="http://schemas.openxmlformats.org/officeDocument/2006/relationships/notesMaster" Target="/ppt/notesMasters/notesMaster1.xml" Id="R090f1fc8e3144e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044f2194bf483d" /><Relationship Type="http://schemas.openxmlformats.org/officeDocument/2006/relationships/notesMaster" Target="/ppt/notesMasters/notesMaster1.xml" Id="R0acb2ac6ffbb40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6b97d8a07a4ff8" /><Relationship Type="http://schemas.openxmlformats.org/officeDocument/2006/relationships/notesMaster" Target="/ppt/notesMasters/notesMaster1.xml" Id="R13802b634dd340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c289f857214800" /><Relationship Type="http://schemas.openxmlformats.org/officeDocument/2006/relationships/notesMaster" Target="/ppt/notesMasters/notesMaster1.xml" Id="R24f34de6b8f945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ae37aa6ec74344" /><Relationship Type="http://schemas.openxmlformats.org/officeDocument/2006/relationships/notesMaster" Target="/ppt/notesMasters/notesMaster1.xml" Id="R9cf537f3e97449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f4e14a80494632" /><Relationship Type="http://schemas.openxmlformats.org/officeDocument/2006/relationships/notesMaster" Target="/ppt/notesMasters/notesMaster1.xml" Id="R2d4d6140818a47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27c41f36104215" /><Relationship Type="http://schemas.openxmlformats.org/officeDocument/2006/relationships/notesMaster" Target="/ppt/notesMasters/notesMaster1.xml" Id="R0dd3ffb5ec9342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9ee3ec068c4d61" /><Relationship Type="http://schemas.openxmlformats.org/officeDocument/2006/relationships/notesMaster" Target="/ppt/notesMasters/notesMaster1.xml" Id="R29ebbcd5d95c4b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e7e4d4b3804724" /><Relationship Type="http://schemas.openxmlformats.org/officeDocument/2006/relationships/notesMaster" Target="/ppt/notesMasters/notesMaster1.xml" Id="R46853ffb8ca849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89fe1f690e415e" /><Relationship Type="http://schemas.openxmlformats.org/officeDocument/2006/relationships/notesMaster" Target="/ppt/notesMasters/notesMaster1.xml" Id="R0ceb65d4e6504f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fd19e7af213475e" /><Relationship Type="http://schemas.openxmlformats.org/officeDocument/2006/relationships/notesMaster" Target="/ppt/notesMasters/notesMaster1.xml" Id="R4b1227f3610343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8085b0b3de1475b" /><Relationship Type="http://schemas.openxmlformats.org/officeDocument/2006/relationships/notesMaster" Target="/ppt/notesMasters/notesMaster1.xml" Id="R05a664d9379b4c5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da6271440fa43c7" /><Relationship Type="http://schemas.openxmlformats.org/officeDocument/2006/relationships/notesMaster" Target="/ppt/notesMasters/notesMaster1.xml" Id="R3dfe7e45a7064f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903dba9e9f54365" /><Relationship Type="http://schemas.openxmlformats.org/officeDocument/2006/relationships/notesMaster" Target="/ppt/notesMasters/notesMaster1.xml" Id="R98d8158eef4043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 familiar delivery message can hide a scam. Maso gives everyday people a place to check before they act. Introduce Vincent Banda and Madalitso Ritch.</a:t>
            </a:r>
          </a:p>
          <a:p xmlns:a="http://schemas.openxmlformats.org/drawingml/2006/main">
            <a:r>
              <a:t/>
            </a:r>
          </a:p>
          <a:p xmlns:a="http://schemas.openxmlformats.org/drawingml/2006/main">
            <a:r>
              <a:t>Visual sources: original circuit path preserved from C:/Users/Predator/Downloads/Maso Agent.pptx. Lucide vector icons from https://github.com/lucide-icons/lucide/tree/main/icons under the ISC license. Purple #7C3AED, deep purple #6D28D9, pale lavender #F0EFFE and ink #1A1A2E match the application styles in C:/Projects/MasoFront/src/App.css. Typeface requested by the user: Century Gothic. Product claims checked against the code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delivery message, written for this presentation. This is a scenario, not a real victim case. Ask the audience whether they would click. Phishing means a message or website that tricks people into handing over private details.</a:t>
            </a:r>
          </a:p>
          <a:p xmlns:a="http://schemas.openxmlformats.org/drawingml/2006/main">
            <a:r>
              <a:t/>
            </a:r>
          </a:p>
          <a:p xmlns:a="http://schemas.openxmlformats.org/drawingml/2006/main">
            <a:r>
              <a:t>Visual sources: original circuit path preserved from C:/Users/Predator/Downloads/Maso Agent.pptx. Lucide vector icons from https://github.com/lucide-icons/lucide/tree/main/icons under the ISC license. Purple #7C3AED, deep purple #6D28D9, pale lavender #F0EFFE and ink #1A1A2E match the application styles in C:/Projects/MasoFront/src/App.css. Typeface requested by the user: Century Gothic. Product claims checked against the code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APWG Phishing Activity Trends Report, Q4 2025, https://docs.apwg.org/reports/apwg_trends_report_q4_2025.pdf. FBI IC3 2024 Internet Crime Report, https://www.ic3.gov/AnnualReport/Reports/2024_IC3Report.pdf. APWG counts observed attacks, not victims. IC3 reports $2,770,151,146 in business email compromise losses. These are historical, dated figures, not 2026 totals.</a:t>
            </a:r>
          </a:p>
          <a:p xmlns:a="http://schemas.openxmlformats.org/drawingml/2006/main">
            <a:r>
              <a:t/>
            </a:r>
          </a:p>
          <a:p xmlns:a="http://schemas.openxmlformats.org/drawingml/2006/main">
            <a:r>
              <a:t>Visual sources: original circuit path preserved from C:/Users/Predator/Downloads/Maso Agent.pptx. Lucide vector icons from https://github.com/lucide-icons/lucide/tree/main/icons under the ISC license. Purple #7C3AED, deep purple #6D28D9, pale lavender #F0EFFE and ink #1A1A2E match the application styles in C:/Projects/MasoFront/src/App.css. Typeface requested by the user: Century Gothic. Product claims checked against the code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 users, not claimed customers or measured adoption. Keep the emphasis on people without a dedicated security team.</a:t>
            </a:r>
          </a:p>
          <a:p xmlns:a="http://schemas.openxmlformats.org/drawingml/2006/main">
            <a:r>
              <a:t/>
            </a:r>
          </a:p>
          <a:p xmlns:a="http://schemas.openxmlformats.org/drawingml/2006/main">
            <a:r>
              <a:t>Visual sources: original circuit path preserved from C:/Users/Predator/Downloads/Maso Agent.pptx. Lucide vector icons from https://github.com/lucide-icons/lucide/tree/main/icons under the ISC license. Purple #7C3AED, deep purple #6D28D9, pale lavender #F0EFFE and ink #1A1A2E match the application styles in C:/Projects/MasoFront/src/App.css. Typeface requested by the user: Century Gothic. Product claims checked against the code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captured from the running Maso frontend on 19 October 2026. The submitted test link matched OpenPhish Community. No phishing website was opened. The screenshot shows the real app, not a proposed interface. Source image: C:/Projects/Maso/tmp/slides/maso-live.png.</a:t>
            </a:r>
          </a:p>
          <a:p xmlns:a="http://schemas.openxmlformats.org/drawingml/2006/main">
            <a:r>
              <a:t/>
            </a:r>
          </a:p>
          <a:p xmlns:a="http://schemas.openxmlformats.org/drawingml/2006/main">
            <a:r>
              <a:t>Visual sources: original circuit path preserved from C:/Users/Predator/Downloads/Maso Agent.pptx. Lucide vector icons from https://github.com/lucide-icons/lucide/tree/main/icons under the ISC license. Purple #7C3AED, deep purple #6D28D9, pale lavender #F0EFFE and ink #1A1A2E match the application styles in C:/Projects/MasoFront/src/App.css. Typeface requested by the user: Century Gothic. Product claims checked against the code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extracts supported links, checks message and address text with separate classifiers, and optionally compares addresses against OpenPhish. Email upload parses .eml content. QR upload uses OpenCV. The frontend currently does not automatically visit destinations or follow shortened links.</a:t>
            </a:r>
          </a:p>
          <a:p xmlns:a="http://schemas.openxmlformats.org/drawingml/2006/main">
            <a:r>
              <a:t/>
            </a:r>
          </a:p>
          <a:p xmlns:a="http://schemas.openxmlformats.org/drawingml/2006/main">
            <a:r>
              <a:t>Visual sources: original circuit path preserved from C:/Users/Predator/Downloads/Maso Agent.pptx. Lucide vector icons from https://github.com/lucide-icons/lucide/tree/main/icons under the ISC license. Purple #7C3AED, deep purple #6D28D9, pale lavender #F0EFFE and ink #1A1A2E match the application styles in C:/Projects/MasoFront/src/App.css. Typeface requested by the user: Century Gothic. Product claims checked against the code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identifiers: ElSlay/BERT-Phishing-Email-Model, pinned revision 708d260869707ffdb0227c3c838ce957a736c9d6. CrabInHoney/urlbert-tiny-v4-phishing-classifier, pinned revision fd962a5cd04e20ceed46aa8a6e31a2b40d4c8916. Sources: https://huggingface.co/ElSlay/BERT-Phishing-Email-Model and https://huggingface.co/CrabInHoney/urlbert-tiny-v4-phishing-classifier and C:/Projects/Maso/docs/AI_TOOLS.md. The prototype uses existing trained models. Do not claim the team trained these models or validated a population accuracy percentage. Models run locally with Hugging Face Transformers and PyTorch.</a:t>
            </a:r>
          </a:p>
          <a:p xmlns:a="http://schemas.openxmlformats.org/drawingml/2006/main">
            <a:r>
              <a:t/>
            </a:r>
          </a:p>
          <a:p xmlns:a="http://schemas.openxmlformats.org/drawingml/2006/main">
            <a:r>
              <a:t>Visual sources: original circuit path preserved from C:/Users/Predator/Downloads/Maso Agent.pptx. Lucide vector icons from https://github.com/lucide-icons/lucide/tree/main/icons under the ISC license. Purple #7C3AED, deep purple #6D28D9, pale lavender #F0EFFE and ink #1A1A2E match the application styles in C:/Projects/MasoFront/src/App.css. Typeface requested by the user: Century Gothic. Product claims checked against the code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C:/Projects/Maso/app/openphish.py and docs/openphish-verification.json. Community feed URL: https://raw.githubusercontent.com/openphish/public_feed/refs/heads/main/feed.txt. The prototype compares exact normalized URL hashes locally. The cached list expires after 12 hours. A match is separate from the model score and makes the overall result unsafe. No match is not proof of safety. Community licensing permission must be reviewed before business deployment.</a:t>
            </a:r>
          </a:p>
          <a:p xmlns:a="http://schemas.openxmlformats.org/drawingml/2006/main">
            <a:r>
              <a:t/>
            </a:r>
          </a:p>
          <a:p xmlns:a="http://schemas.openxmlformats.org/drawingml/2006/main">
            <a:r>
              <a:t>Visual sources: original circuit path preserved from C:/Users/Predator/Downloads/Maso Agent.pptx. Lucide vector icons from https://github.com/lucide-icons/lucide/tree/main/icons under the ISC license. Purple #7C3AED, deep purple #6D28D9, pale lavender #F0EFFE and ink #1A1A2E match the application styles in C:/Projects/MasoFront/src/App.css. Typeface requested by the user: Century Gothic. Product claims checked against the code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 wording shown here reflects the current frontend behaviour. Avoid implying the AI generates a detailed causal explanation. Model predictions and confirmed reported-link matches are separate. Low risk is never a guarantee of safety.</a:t>
            </a:r>
          </a:p>
          <a:p xmlns:a="http://schemas.openxmlformats.org/drawingml/2006/main">
            <a:r>
              <a:t/>
            </a:r>
          </a:p>
          <a:p xmlns:a="http://schemas.openxmlformats.org/drawingml/2006/main">
            <a:r>
              <a:t>Visual sources: original circuit path preserved from C:/Users/Predator/Downloads/Maso Agent.pptx. Lucide vector icons from https://github.com/lucide-icons/lucide/tree/main/icons under the ISC license. Purple #7C3AED, deep purple #6D28D9, pale lavender #F0EFFE and ink #1A1A2E match the application styles in C:/Projects/MasoFront/src/App.css. Typeface requested by the user: Century Gothic. Product claims checked against the code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app/providers.py fails when the required model cannot run. app/engine.py returns HTTP 503 and no verdict on model failure. app/observability.py logs operational events without raw input content, URLs or keys. app/openphish.py compares submitted links locally. These checks do not claim all browser/network infrastructure stores nothing, and are not a formal privacy audit.</a:t>
            </a:r>
          </a:p>
          <a:p xmlns:a="http://schemas.openxmlformats.org/drawingml/2006/main">
            <a:r>
              <a:t/>
            </a:r>
          </a:p>
          <a:p xmlns:a="http://schemas.openxmlformats.org/drawingml/2006/main">
            <a:r>
              <a:t>Visual sources: original circuit path preserved from C:/Users/Predator/Downloads/Maso Agent.pptx. Lucide vector icons from https://github.com/lucide-icons/lucide/tree/main/icons under the ISC license. Purple #7C3AED, deep purple #6D28D9, pale lavender #F0EFFE and ink #1A1A2E match the application styles in C:/Projects/MasoFront/src/App.css. Typeface requested by the user: Century Gothic. Product claims checked against the code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Verification date: 19 October 2026. Evidence: C:/Projects/Maso/docs/openphish-verification.json reports a fresh live feed with 300 entries, listed_url_match=true, control_url_match=false, real_model_inference=completed and safety_status=unsafe. The actual frontend also completed the listed-link check during presentation preparation. These are functional checks, not an accuracy benchmark or a claim about the entire OpenPhish database.</a:t>
            </a:r>
          </a:p>
          <a:p xmlns:a="http://schemas.openxmlformats.org/drawingml/2006/main">
            <a:r>
              <a:t/>
            </a:r>
          </a:p>
          <a:p xmlns:a="http://schemas.openxmlformats.org/drawingml/2006/main">
            <a:r>
              <a:t>Visual sources: original circuit path preserved from C:/Users/Predator/Downloads/Maso Agent.pptx. Lucide vector icons from https://github.com/lucide-icons/lucide/tree/main/icons under the ISC license. Purple #7C3AED, deep purple #6D28D9, pale lavender #F0EFFE and ink #1A1A2E match the application styles in C:/Projects/MasoFront/src/App.css. Typeface requested by the user: Century Gothic. Product claims checked against the code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current temporary public tunnel URL only while it remains active: https://elite-charity-argue-karen.trycloudflare.com. Local alternative: http://127.0.0.1:5173/. Keep the frontend, backend and tunnel running. Enable Check OpenPhish scam reports. First use an ordinary message, then a suspicious request, then a currently listed link, then a prepared QR image or .eml file. Never open listed phishing websites. If a listed link expires, choose a fresh entry. Source: output/pdf/Maso-Frontend-Test-Pack.pdf.</a:t>
            </a:r>
          </a:p>
          <a:p xmlns:a="http://schemas.openxmlformats.org/drawingml/2006/main">
            <a:r>
              <a:t/>
            </a:r>
          </a:p>
          <a:p xmlns:a="http://schemas.openxmlformats.org/drawingml/2006/main">
            <a:r>
              <a:t>Visual sources: original circuit path preserved from C:/Users/Predator/Downloads/Maso Agent.pptx. Lucide vector icons from https://github.com/lucide-icons/lucide/tree/main/icons under the ISC license. Purple #7C3AED, deep purple #6D28D9, pale lavender #F0EFFE and ink #1A1A2E match the application styles in C:/Projects/MasoFront/src/App.css. Typeface requested by the user: Century Gothic. Product claims checked against the code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not completed claims: independent held-out evaluation, broader language testing, response-time and concurrent-load measurement, improved input-specific explanations and robust hosted deployment. The &lt;=5 second and 1,000 concurrent-user targets from the original brief have not been established. Exact brand impersonation detection and sender mismatch evidence are not fully integrated. Commercial OpenPhish licensing must be addressed before business use.</a:t>
            </a:r>
          </a:p>
          <a:p xmlns:a="http://schemas.openxmlformats.org/drawingml/2006/main">
            <a:r>
              <a:t/>
            </a:r>
          </a:p>
          <a:p xmlns:a="http://schemas.openxmlformats.org/drawingml/2006/main">
            <a:r>
              <a:t>Visual sources: original circuit path preserved from C:/Users/Predator/Downloads/Maso Agent.pptx. Lucide vector icons from https://github.com/lucide-icons/lucide/tree/main/icons under the ISC license. Purple #7C3AED, deep purple #6D28D9, pale lavender #F0EFFE and ink #1A1A2E match the application styles in C:/Projects/MasoFront/src/App.css. Typeface requested by the user: Century Gothic. Product claims checked against the code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Maso gives people a chance to pause before a risky click. Invite judges to try the demo and ask questions. Thank the audience. Presenters: Vincent Banda and Madalitso Ritch.</a:t>
            </a:r>
          </a:p>
          <a:p xmlns:a="http://schemas.openxmlformats.org/drawingml/2006/main">
            <a:r>
              <a:t/>
            </a:r>
          </a:p>
          <a:p xmlns:a="http://schemas.openxmlformats.org/drawingml/2006/main">
            <a:r>
              <a:t>Visual sources: original circuit path preserved from C:/Users/Predator/Downloads/Maso Agent.pptx. Lucide vector icons from https://github.com/lucide-icons/lucide/tree/main/icons under the ISC license. Purple #7C3AED, deep purple #6D28D9, pale lavender #F0EFFE and ink #1A1A2E match the application styles in C:/Projects/MasoFront/src/App.css. Typeface requested by the user: Century Gothic. Product claims checked against the code on 19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1c6f05cd494a7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35b2317e8ea43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e39e465a76843d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20eb5e370547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27e6e1c87644d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a41d592a994d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FBF106-A6C7-42D8-98BC-794EE2F5BC85}"/>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gn="ctr">
              <a:lnSpc>
                <a:spcPct val="110000"/>
              </a:lnSpc>
              <a:spcBef>
                <a:spcPts val="0"/>
              </a:spcBef>
              <a:spcAft>
                <a:spcPts val="0"/>
              </a:spcAft>
              <a:buNone/>
              <a:defRPr sz="3600" b="1">
                <a:solidFill>
                  <a:schemeClr val="tx1"/>
                </a:solidFill>
                <a:latin typeface="+mj-lt"/>
                <a:ea typeface="+mj-lt"/>
                <a:cs typeface="+mj-lt"/>
              </a:defRPr>
            </a:lvl1pPr>
            <a:lvl2pPr marL="0" indent="0" algn="ctr">
              <a:lnSpc>
                <a:spcPct val="110000"/>
              </a:lnSpc>
              <a:spcBef>
                <a:spcPts val="0"/>
              </a:spcBef>
              <a:spcAft>
                <a:spcPts val="0"/>
              </a:spcAft>
              <a:buNone/>
              <a:defRPr sz="3600" b="1">
                <a:solidFill>
                  <a:schemeClr val="tx1"/>
                </a:solidFill>
                <a:latin typeface="+mj-lt"/>
                <a:ea typeface="+mj-lt"/>
                <a:cs typeface="+mj-lt"/>
              </a:defRPr>
            </a:lvl2pPr>
            <a:lvl3pPr marL="0" indent="0" algn="ctr">
              <a:lnSpc>
                <a:spcPct val="110000"/>
              </a:lnSpc>
              <a:spcBef>
                <a:spcPts val="0"/>
              </a:spcBef>
              <a:spcAft>
                <a:spcPts val="0"/>
              </a:spcAft>
              <a:buNone/>
              <a:defRPr sz="3600" b="1">
                <a:solidFill>
                  <a:schemeClr val="tx1"/>
                </a:solidFill>
                <a:latin typeface="+mj-lt"/>
                <a:ea typeface="+mj-lt"/>
                <a:cs typeface="+mj-lt"/>
              </a:defRPr>
            </a:lvl3pPr>
            <a:lvl4pPr marL="0" indent="0" algn="ctr">
              <a:lnSpc>
                <a:spcPct val="110000"/>
              </a:lnSpc>
              <a:spcBef>
                <a:spcPts val="0"/>
              </a:spcBef>
              <a:spcAft>
                <a:spcPts val="0"/>
              </a:spcAft>
              <a:buNone/>
              <a:defRPr sz="3600" b="1">
                <a:solidFill>
                  <a:schemeClr val="tx1"/>
                </a:solidFill>
                <a:latin typeface="+mj-lt"/>
                <a:ea typeface="+mj-lt"/>
                <a:cs typeface="+mj-lt"/>
              </a:defRPr>
            </a:lvl4pPr>
            <a:lvl5pPr marL="0" indent="0" algn="ctr">
              <a:lnSpc>
                <a:spcPct val="110000"/>
              </a:lnSpc>
              <a:spcBef>
                <a:spcPts val="0"/>
              </a:spcBef>
              <a:spcAft>
                <a:spcPts val="0"/>
              </a:spcAft>
              <a:buNone/>
              <a:defRPr sz="3600" b="1">
                <a:solidFill>
                  <a:schemeClr val="tx1"/>
                </a:solidFill>
                <a:latin typeface="+mj-lt"/>
                <a:ea typeface="+mj-lt"/>
                <a:cs typeface="+mj-lt"/>
              </a:defRPr>
            </a:lvl5pPr>
            <a:lvl6pPr marL="0" indent="0" algn="ctr">
              <a:lnSpc>
                <a:spcPct val="110000"/>
              </a:lnSpc>
              <a:spcBef>
                <a:spcPts val="0"/>
              </a:spcBef>
              <a:spcAft>
                <a:spcPts val="0"/>
              </a:spcAft>
              <a:buNone/>
              <a:defRPr sz="3600" b="1">
                <a:solidFill>
                  <a:schemeClr val="tx1"/>
                </a:solidFill>
                <a:latin typeface="+mj-lt"/>
                <a:ea typeface="+mj-lt"/>
                <a:cs typeface="+mj-lt"/>
              </a:defRPr>
            </a:lvl6pPr>
            <a:lvl7pPr marL="0" indent="0" algn="ctr">
              <a:lnSpc>
                <a:spcPct val="110000"/>
              </a:lnSpc>
              <a:spcBef>
                <a:spcPts val="0"/>
              </a:spcBef>
              <a:spcAft>
                <a:spcPts val="0"/>
              </a:spcAft>
              <a:buNone/>
              <a:defRPr sz="3600" b="1">
                <a:solidFill>
                  <a:schemeClr val="tx1"/>
                </a:solidFill>
                <a:latin typeface="+mj-lt"/>
                <a:ea typeface="+mj-lt"/>
                <a:cs typeface="+mj-lt"/>
              </a:defRPr>
            </a:lvl7pPr>
            <a:lvl8pPr marL="0" indent="0" algn="ctr">
              <a:lnSpc>
                <a:spcPct val="110000"/>
              </a:lnSpc>
              <a:spcBef>
                <a:spcPts val="0"/>
              </a:spcBef>
              <a:spcAft>
                <a:spcPts val="0"/>
              </a:spcAft>
              <a:buNone/>
              <a:defRPr sz="3600" b="1">
                <a:solidFill>
                  <a:schemeClr val="tx1"/>
                </a:solidFill>
                <a:latin typeface="+mj-lt"/>
                <a:ea typeface="+mj-lt"/>
                <a:cs typeface="+mj-lt"/>
              </a:defRPr>
            </a:lvl8pPr>
            <a:lvl9pPr marL="0" indent="0" algn="ctr">
              <a:lnSpc>
                <a:spcPct val="110000"/>
              </a:lnSpc>
              <a:spcBef>
                <a:spcPts val="0"/>
              </a:spcBef>
              <a:spcAft>
                <a:spcPts val="0"/>
              </a:spcAft>
              <a:buNone/>
              <a:defRPr sz="36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80F147D-9EA6-4F90-A510-E58E43A64212}"/>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gn="ctr">
              <a:lnSpc>
                <a:spcPct val="110000"/>
              </a:lnSpc>
              <a:spcBef>
                <a:spcPts val="0"/>
              </a:spcBef>
              <a:spcAft>
                <a:spcPts val="0"/>
              </a:spcAft>
              <a:buNone/>
              <a:defRPr sz="1575" b="0">
                <a:solidFill>
                  <a:schemeClr val="tx1"/>
                </a:solidFill>
                <a:latin typeface="+mn-lt"/>
                <a:ea typeface="+mn-lt"/>
                <a:cs typeface="+mn-lt"/>
              </a:defRPr>
            </a:lvl1pPr>
            <a:lvl2pPr marL="0" indent="0" algn="ctr">
              <a:lnSpc>
                <a:spcPct val="110000"/>
              </a:lnSpc>
              <a:spcBef>
                <a:spcPts val="0"/>
              </a:spcBef>
              <a:spcAft>
                <a:spcPts val="0"/>
              </a:spcAft>
              <a:buNone/>
              <a:defRPr sz="1575" b="0">
                <a:solidFill>
                  <a:schemeClr val="tx1"/>
                </a:solidFill>
                <a:latin typeface="+mn-lt"/>
                <a:ea typeface="+mn-lt"/>
                <a:cs typeface="+mn-lt"/>
              </a:defRPr>
            </a:lvl2pPr>
            <a:lvl3pPr marL="0" indent="0" algn="ctr">
              <a:lnSpc>
                <a:spcPct val="110000"/>
              </a:lnSpc>
              <a:spcBef>
                <a:spcPts val="0"/>
              </a:spcBef>
              <a:spcAft>
                <a:spcPts val="0"/>
              </a:spcAft>
              <a:buNone/>
              <a:defRPr sz="1575" b="0">
                <a:solidFill>
                  <a:schemeClr val="tx1"/>
                </a:solidFill>
                <a:latin typeface="+mn-lt"/>
                <a:ea typeface="+mn-lt"/>
                <a:cs typeface="+mn-lt"/>
              </a:defRPr>
            </a:lvl3pPr>
            <a:lvl4pPr marL="0" indent="0" algn="ctr">
              <a:lnSpc>
                <a:spcPct val="110000"/>
              </a:lnSpc>
              <a:spcBef>
                <a:spcPts val="0"/>
              </a:spcBef>
              <a:spcAft>
                <a:spcPts val="0"/>
              </a:spcAft>
              <a:buNone/>
              <a:defRPr sz="1575" b="0">
                <a:solidFill>
                  <a:schemeClr val="tx1"/>
                </a:solidFill>
                <a:latin typeface="+mn-lt"/>
                <a:ea typeface="+mn-lt"/>
                <a:cs typeface="+mn-lt"/>
              </a:defRPr>
            </a:lvl4pPr>
            <a:lvl5pPr marL="0" indent="0" algn="ctr">
              <a:lnSpc>
                <a:spcPct val="110000"/>
              </a:lnSpc>
              <a:spcBef>
                <a:spcPts val="0"/>
              </a:spcBef>
              <a:spcAft>
                <a:spcPts val="0"/>
              </a:spcAft>
              <a:buNone/>
              <a:defRPr sz="1575" b="0">
                <a:solidFill>
                  <a:schemeClr val="tx1"/>
                </a:solidFill>
                <a:latin typeface="+mn-lt"/>
                <a:ea typeface="+mn-lt"/>
                <a:cs typeface="+mn-lt"/>
              </a:defRPr>
            </a:lvl5pPr>
            <a:lvl6pPr marL="0" indent="0" algn="ctr">
              <a:lnSpc>
                <a:spcPct val="110000"/>
              </a:lnSpc>
              <a:spcBef>
                <a:spcPts val="0"/>
              </a:spcBef>
              <a:spcAft>
                <a:spcPts val="0"/>
              </a:spcAft>
              <a:buNone/>
              <a:defRPr sz="1575" b="0">
                <a:solidFill>
                  <a:schemeClr val="tx1"/>
                </a:solidFill>
                <a:latin typeface="+mn-lt"/>
                <a:ea typeface="+mn-lt"/>
                <a:cs typeface="+mn-lt"/>
              </a:defRPr>
            </a:lvl6pPr>
            <a:lvl7pPr marL="0" indent="0" algn="ctr">
              <a:lnSpc>
                <a:spcPct val="110000"/>
              </a:lnSpc>
              <a:spcBef>
                <a:spcPts val="0"/>
              </a:spcBef>
              <a:spcAft>
                <a:spcPts val="0"/>
              </a:spcAft>
              <a:buNone/>
              <a:defRPr sz="1575" b="0">
                <a:solidFill>
                  <a:schemeClr val="tx1"/>
                </a:solidFill>
                <a:latin typeface="+mn-lt"/>
                <a:ea typeface="+mn-lt"/>
                <a:cs typeface="+mn-lt"/>
              </a:defRPr>
            </a:lvl7pPr>
            <a:lvl8pPr marL="0" indent="0" algn="ctr">
              <a:lnSpc>
                <a:spcPct val="110000"/>
              </a:lnSpc>
              <a:spcBef>
                <a:spcPts val="0"/>
              </a:spcBef>
              <a:spcAft>
                <a:spcPts val="0"/>
              </a:spcAft>
              <a:buNone/>
              <a:defRPr sz="1575" b="0">
                <a:solidFill>
                  <a:schemeClr val="tx1"/>
                </a:solidFill>
                <a:latin typeface="+mn-lt"/>
                <a:ea typeface="+mn-lt"/>
                <a:cs typeface="+mn-lt"/>
              </a:defRPr>
            </a:lvl8pPr>
            <a:lvl9pPr marL="0" indent="0" algn="ctr">
              <a:lnSpc>
                <a:spcPct val="110000"/>
              </a:lnSpc>
              <a:spcBef>
                <a:spcPts val="0"/>
              </a:spcBef>
              <a:spcAft>
                <a:spcPts val="0"/>
              </a:spcAft>
              <a:buNone/>
              <a:defRPr sz="157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32EC9B6-D6D7-476B-877A-D9FC91D01565}"/>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gn="ctr">
              <a:lnSpc>
                <a:spcPct val="110000"/>
              </a:lnSpc>
              <a:spcBef>
                <a:spcPts val="0"/>
              </a:spcBef>
              <a:spcAft>
                <a:spcPts val="0"/>
              </a:spcAft>
              <a:buNone/>
              <a:defRPr sz="3150" b="1">
                <a:solidFill>
                  <a:schemeClr val="tx1"/>
                </a:solidFill>
                <a:latin typeface="+mj-lt"/>
                <a:ea typeface="+mj-lt"/>
                <a:cs typeface="+mj-lt"/>
              </a:defRPr>
            </a:lvl1pPr>
            <a:lvl2pPr marL="0" indent="0" algn="ctr">
              <a:lnSpc>
                <a:spcPct val="110000"/>
              </a:lnSpc>
              <a:spcBef>
                <a:spcPts val="0"/>
              </a:spcBef>
              <a:spcAft>
                <a:spcPts val="0"/>
              </a:spcAft>
              <a:buNone/>
              <a:defRPr sz="3150" b="1">
                <a:solidFill>
                  <a:schemeClr val="tx1"/>
                </a:solidFill>
                <a:latin typeface="+mj-lt"/>
                <a:ea typeface="+mj-lt"/>
                <a:cs typeface="+mj-lt"/>
              </a:defRPr>
            </a:lvl2pPr>
            <a:lvl3pPr marL="0" indent="0" algn="ctr">
              <a:lnSpc>
                <a:spcPct val="110000"/>
              </a:lnSpc>
              <a:spcBef>
                <a:spcPts val="0"/>
              </a:spcBef>
              <a:spcAft>
                <a:spcPts val="0"/>
              </a:spcAft>
              <a:buNone/>
              <a:defRPr sz="3150" b="1">
                <a:solidFill>
                  <a:schemeClr val="tx1"/>
                </a:solidFill>
                <a:latin typeface="+mj-lt"/>
                <a:ea typeface="+mj-lt"/>
                <a:cs typeface="+mj-lt"/>
              </a:defRPr>
            </a:lvl3pPr>
            <a:lvl4pPr marL="0" indent="0" algn="ctr">
              <a:lnSpc>
                <a:spcPct val="110000"/>
              </a:lnSpc>
              <a:spcBef>
                <a:spcPts val="0"/>
              </a:spcBef>
              <a:spcAft>
                <a:spcPts val="0"/>
              </a:spcAft>
              <a:buNone/>
              <a:defRPr sz="3150" b="1">
                <a:solidFill>
                  <a:schemeClr val="tx1"/>
                </a:solidFill>
                <a:latin typeface="+mj-lt"/>
                <a:ea typeface="+mj-lt"/>
                <a:cs typeface="+mj-lt"/>
              </a:defRPr>
            </a:lvl4pPr>
            <a:lvl5pPr marL="0" indent="0" algn="ctr">
              <a:lnSpc>
                <a:spcPct val="110000"/>
              </a:lnSpc>
              <a:spcBef>
                <a:spcPts val="0"/>
              </a:spcBef>
              <a:spcAft>
                <a:spcPts val="0"/>
              </a:spcAft>
              <a:buNone/>
              <a:defRPr sz="3150" b="1">
                <a:solidFill>
                  <a:schemeClr val="tx1"/>
                </a:solidFill>
                <a:latin typeface="+mj-lt"/>
                <a:ea typeface="+mj-lt"/>
                <a:cs typeface="+mj-lt"/>
              </a:defRPr>
            </a:lvl5pPr>
            <a:lvl6pPr marL="0" indent="0" algn="ctr">
              <a:lnSpc>
                <a:spcPct val="110000"/>
              </a:lnSpc>
              <a:spcBef>
                <a:spcPts val="0"/>
              </a:spcBef>
              <a:spcAft>
                <a:spcPts val="0"/>
              </a:spcAft>
              <a:buNone/>
              <a:defRPr sz="3150" b="1">
                <a:solidFill>
                  <a:schemeClr val="tx1"/>
                </a:solidFill>
                <a:latin typeface="+mj-lt"/>
                <a:ea typeface="+mj-lt"/>
                <a:cs typeface="+mj-lt"/>
              </a:defRPr>
            </a:lvl6pPr>
            <a:lvl7pPr marL="0" indent="0" algn="ctr">
              <a:lnSpc>
                <a:spcPct val="110000"/>
              </a:lnSpc>
              <a:spcBef>
                <a:spcPts val="0"/>
              </a:spcBef>
              <a:spcAft>
                <a:spcPts val="0"/>
              </a:spcAft>
              <a:buNone/>
              <a:defRPr sz="3150" b="1">
                <a:solidFill>
                  <a:schemeClr val="tx1"/>
                </a:solidFill>
                <a:latin typeface="+mj-lt"/>
                <a:ea typeface="+mj-lt"/>
                <a:cs typeface="+mj-lt"/>
              </a:defRPr>
            </a:lvl7pPr>
            <a:lvl8pPr marL="0" indent="0" algn="ctr">
              <a:lnSpc>
                <a:spcPct val="110000"/>
              </a:lnSpc>
              <a:spcBef>
                <a:spcPts val="0"/>
              </a:spcBef>
              <a:spcAft>
                <a:spcPts val="0"/>
              </a:spcAft>
              <a:buNone/>
              <a:defRPr sz="3150" b="1">
                <a:solidFill>
                  <a:schemeClr val="tx1"/>
                </a:solidFill>
                <a:latin typeface="+mj-lt"/>
                <a:ea typeface="+mj-lt"/>
                <a:cs typeface="+mj-lt"/>
              </a:defRPr>
            </a:lvl8pPr>
            <a:lvl9pPr marL="0" indent="0" algn="ctr">
              <a:lnSpc>
                <a:spcPct val="110000"/>
              </a:lnSpc>
              <a:spcBef>
                <a:spcPts val="0"/>
              </a:spcBef>
              <a:spcAft>
                <a:spcPts val="0"/>
              </a:spcAft>
              <a:buNone/>
              <a:defRPr sz="31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96D8A2-4652-408D-BE35-0E7053368DF8}"/>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398919C-2A6E-4510-95FF-4BEC8CB66105}"/>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86347B1-7886-45F7-9913-D12579A020D1}"/>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A3E7422-2344-48AF-BB13-AB24CEE976E3}"/>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CA452B-19B3-47E5-AFD5-D07F5900AF82}"/>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52F547-FDC7-4DA7-A851-3EF690C9F978}"/>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E50552-2D5E-498D-B67E-09F3506808EE}"/>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94b8b67ae244f5" /><Relationship Type="http://schemas.openxmlformats.org/officeDocument/2006/relationships/slideLayout" Target="/ppt/slideLayouts/slideLayout1.xml" Id="R9bf24d19e2d84ac1" /><Relationship Type="http://schemas.openxmlformats.org/officeDocument/2006/relationships/slideLayout" Target="/ppt/slideLayouts/slideLayout2.xml" Id="Ra556b20a37dc44d7" /><Relationship Type="http://schemas.openxmlformats.org/officeDocument/2006/relationships/slideLayout" Target="/ppt/slideLayouts/slideLayout3.xml" Id="R2d355046421b40ef" /><Relationship Type="http://schemas.openxmlformats.org/officeDocument/2006/relationships/slideLayout" Target="/ppt/slideLayouts/slideLayout4.xml" Id="Re85dfc239e364016" /><Relationship Type="http://schemas.openxmlformats.org/officeDocument/2006/relationships/slideLayout" Target="/ppt/slideLayouts/slideLayout5.xml" Id="Ref5d5b665f2545a1" /><Relationship Type="http://schemas.openxmlformats.org/officeDocument/2006/relationships/slideLayout" Target="/ppt/slideLayouts/slideLayout6.xml" Id="R538d404a7e4647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f24d19e2d84ac1"/>
    <p:sldLayoutId xmlns:r="http://schemas.openxmlformats.org/officeDocument/2006/relationships" id="2147483650" r:id="Ra556b20a37dc44d7"/>
    <p:sldLayoutId xmlns:r="http://schemas.openxmlformats.org/officeDocument/2006/relationships" id="2147483651" r:id="R2d355046421b40ef"/>
    <p:sldLayoutId xmlns:r="http://schemas.openxmlformats.org/officeDocument/2006/relationships" id="2147483652" r:id="Re85dfc239e364016"/>
    <p:sldLayoutId xmlns:r="http://schemas.openxmlformats.org/officeDocument/2006/relationships" id="2147483653" r:id="Ref5d5b665f2545a1"/>
    <p:sldLayoutId xmlns:r="http://schemas.openxmlformats.org/officeDocument/2006/relationships" id="2147483654" r:id="R538d404a7e4647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3a87c7053f44031" /><Relationship Type="http://schemas.openxmlformats.org/officeDocument/2006/relationships/image" Target="/ppt/media/image.png" Id="Rff088405b9d34941" /><Relationship Type="http://schemas.openxmlformats.org/officeDocument/2006/relationships/image" Target="/ppt/media/image.svg" Id="R8678794f4a8645c4" /><Relationship Type="http://schemas.openxmlformats.org/officeDocument/2006/relationships/image" Target="/ppt/media/image2.png" Id="Rfc3baa7774864556" /><Relationship Type="http://schemas.openxmlformats.org/officeDocument/2006/relationships/image" Target="/ppt/media/image2.svg" Id="Rcab2c6d287e14fb9" /><Relationship Type="http://schemas.openxmlformats.org/officeDocument/2006/relationships/notesSlide" Target="/ppt/notesSlides/notesSlide1.xml" Id="R78e4b518521544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1180dfa16a74460" /><Relationship Type="http://schemas.openxmlformats.org/officeDocument/2006/relationships/image" Target="/ppt/media/image3.png" Id="R06471c6edcb448aa" /><Relationship Type="http://schemas.openxmlformats.org/officeDocument/2006/relationships/image" Target="/ppt/media/image3.svg" Id="R109da7b71f4841a8" /><Relationship Type="http://schemas.openxmlformats.org/officeDocument/2006/relationships/image" Target="/ppt/media/image4.png" Id="R9669f93cbba94c02" /><Relationship Type="http://schemas.openxmlformats.org/officeDocument/2006/relationships/image" Target="/ppt/media/image4.svg" Id="Rebe7135d2b384705" /><Relationship Type="http://schemas.openxmlformats.org/officeDocument/2006/relationships/image" Target="/ppt/media/image5.png" Id="Rae9cae2db4234405" /><Relationship Type="http://schemas.openxmlformats.org/officeDocument/2006/relationships/image" Target="/ppt/media/image5.svg" Id="Rb7d085f198064c26" /><Relationship Type="http://schemas.openxmlformats.org/officeDocument/2006/relationships/notesSlide" Target="/ppt/notesSlides/notesSlide2.xml" Id="Rce1054dc647b4e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cc9a43841e843e3" /><Relationship Type="http://schemas.openxmlformats.org/officeDocument/2006/relationships/image" Target="/ppt/media/image6.png" Id="R6b89048700ac47c4" /><Relationship Type="http://schemas.openxmlformats.org/officeDocument/2006/relationships/image" Target="/ppt/media/image6.svg" Id="R758758d3b8f940e9" /><Relationship Type="http://schemas.openxmlformats.org/officeDocument/2006/relationships/image" Target="/ppt/media/image7.png" Id="R7161009219b24632" /><Relationship Type="http://schemas.openxmlformats.org/officeDocument/2006/relationships/image" Target="/ppt/media/image7.svg" Id="R66112e13c9f94515" /><Relationship Type="http://schemas.openxmlformats.org/officeDocument/2006/relationships/notesSlide" Target="/ppt/notesSlides/notesSlide3.xml" Id="R24f86c73e8be46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dd35c60f4a94430" /><Relationship Type="http://schemas.openxmlformats.org/officeDocument/2006/relationships/image" Target="/ppt/media/image8.png" Id="R75169a2dafb14be9" /><Relationship Type="http://schemas.openxmlformats.org/officeDocument/2006/relationships/image" Target="/ppt/media/image8.svg" Id="R37ffc681197c47dd" /><Relationship Type="http://schemas.openxmlformats.org/officeDocument/2006/relationships/image" Target="/ppt/media/image9.png" Id="R92d6d6910e58429b" /><Relationship Type="http://schemas.openxmlformats.org/officeDocument/2006/relationships/image" Target="/ppt/media/image9.svg" Id="Rc308abccafc44362" /><Relationship Type="http://schemas.openxmlformats.org/officeDocument/2006/relationships/image" Target="/ppt/media/image10.png" Id="Rc4a596528a7e42f8" /><Relationship Type="http://schemas.openxmlformats.org/officeDocument/2006/relationships/image" Target="/ppt/media/image10.svg" Id="R56f744a8bc784ba7" /><Relationship Type="http://schemas.openxmlformats.org/officeDocument/2006/relationships/notesSlide" Target="/ppt/notesSlides/notesSlide4.xml" Id="R81570291f7ce46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626d7667c034394" /><Relationship Type="http://schemas.openxmlformats.org/officeDocument/2006/relationships/image" Target="/ppt/media/image11.png" Id="Ra0150223c28c45cf" /><Relationship Type="http://schemas.openxmlformats.org/officeDocument/2006/relationships/image" Target="/ppt/media/image11.svg" Id="R7a961ccb6f434a63" /><Relationship Type="http://schemas.openxmlformats.org/officeDocument/2006/relationships/image" Target="/ppt/media/image12.png" Id="Ra658b027e6b94cc9" /><Relationship Type="http://schemas.openxmlformats.org/officeDocument/2006/relationships/image" Target="/ppt/media/image12.svg" Id="Rdede848943ce4395" /><Relationship Type="http://schemas.openxmlformats.org/officeDocument/2006/relationships/image" Target="/ppt/media/image13.png" Id="R7b280e8c31b64ad8" /><Relationship Type="http://schemas.openxmlformats.org/officeDocument/2006/relationships/notesSlide" Target="/ppt/notesSlides/notesSlide5.xml" Id="R32b3506bceee4d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cc3f49fb1fb4747" /><Relationship Type="http://schemas.openxmlformats.org/officeDocument/2006/relationships/image" Target="/ppt/media/image14.png" Id="R1a090f3da1aa479b" /><Relationship Type="http://schemas.openxmlformats.org/officeDocument/2006/relationships/image" Target="/ppt/media/image13.svg" Id="R8d9ed32c56824f38" /><Relationship Type="http://schemas.openxmlformats.org/officeDocument/2006/relationships/image" Target="/ppt/media/image15.png" Id="R768d861c0b7340b3" /><Relationship Type="http://schemas.openxmlformats.org/officeDocument/2006/relationships/image" Target="/ppt/media/image14.svg" Id="R27c96963fe664ff0" /><Relationship Type="http://schemas.openxmlformats.org/officeDocument/2006/relationships/image" Target="/ppt/media/image16.png" Id="Rd0f9b166c8284ae4" /><Relationship Type="http://schemas.openxmlformats.org/officeDocument/2006/relationships/image" Target="/ppt/media/image15.svg" Id="R0f59a26ccd3848fe" /><Relationship Type="http://schemas.openxmlformats.org/officeDocument/2006/relationships/notesSlide" Target="/ppt/notesSlides/notesSlide6.xml" Id="Rdab9a1e5e18e40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7b99b99ce82409f" /><Relationship Type="http://schemas.openxmlformats.org/officeDocument/2006/relationships/image" Target="/ppt/media/image17.png" Id="R250d1a6889054df1" /><Relationship Type="http://schemas.openxmlformats.org/officeDocument/2006/relationships/image" Target="/ppt/media/image16.svg" Id="Ra510ad5012314b3f" /><Relationship Type="http://schemas.openxmlformats.org/officeDocument/2006/relationships/image" Target="/ppt/media/image18.png" Id="Rae5ce8d8effe44cb" /><Relationship Type="http://schemas.openxmlformats.org/officeDocument/2006/relationships/image" Target="/ppt/media/image17.svg" Id="Rd36e891912a345fe" /><Relationship Type="http://schemas.openxmlformats.org/officeDocument/2006/relationships/image" Target="/ppt/media/image19.png" Id="R1f33595da5304b90" /><Relationship Type="http://schemas.openxmlformats.org/officeDocument/2006/relationships/image" Target="/ppt/media/image18.svg" Id="R9273c7d384d74f52" /><Relationship Type="http://schemas.openxmlformats.org/officeDocument/2006/relationships/image" Target="/ppt/media/image20.png" Id="R195bd693c74f4250" /><Relationship Type="http://schemas.openxmlformats.org/officeDocument/2006/relationships/image" Target="/ppt/media/image19.svg" Id="R4dbf8694756c4c80" /><Relationship Type="http://schemas.openxmlformats.org/officeDocument/2006/relationships/notesSlide" Target="/ppt/notesSlides/notesSlide7.xml" Id="Ra4653054a9e04f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2c270b6f4204157" /><Relationship Type="http://schemas.openxmlformats.org/officeDocument/2006/relationships/image" Target="/ppt/media/image21.png" Id="R7ab4f6a43fb34dc6" /><Relationship Type="http://schemas.openxmlformats.org/officeDocument/2006/relationships/image" Target="/ppt/media/image20.svg" Id="R174f410cc8ce442d" /><Relationship Type="http://schemas.openxmlformats.org/officeDocument/2006/relationships/image" Target="/ppt/media/image22.png" Id="R342b3cadd77a416e" /><Relationship Type="http://schemas.openxmlformats.org/officeDocument/2006/relationships/image" Target="/ppt/media/image21.svg" Id="Ra7a1195a695341a6" /><Relationship Type="http://schemas.openxmlformats.org/officeDocument/2006/relationships/image" Target="/ppt/media/image23.png" Id="R4f79396197ec4b75" /><Relationship Type="http://schemas.openxmlformats.org/officeDocument/2006/relationships/image" Target="/ppt/media/image22.svg" Id="R2157eb831a4e444f" /><Relationship Type="http://schemas.openxmlformats.org/officeDocument/2006/relationships/notesSlide" Target="/ppt/notesSlides/notesSlide8.xml" Id="Rbe259076aab34e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9fd126f22e74118" /><Relationship Type="http://schemas.openxmlformats.org/officeDocument/2006/relationships/image" Target="/ppt/media/image24.png" Id="Rb12aab11571f4b0b" /><Relationship Type="http://schemas.openxmlformats.org/officeDocument/2006/relationships/image" Target="/ppt/media/image23.svg" Id="R7c6d442a264c49c9" /><Relationship Type="http://schemas.openxmlformats.org/officeDocument/2006/relationships/image" Target="/ppt/media/image25.png" Id="R3630cab77ca7401e" /><Relationship Type="http://schemas.openxmlformats.org/officeDocument/2006/relationships/image" Target="/ppt/media/image24.svg" Id="R2d9176c37f4143d9" /><Relationship Type="http://schemas.openxmlformats.org/officeDocument/2006/relationships/image" Target="/ppt/media/image26.png" Id="R55920429e0ec497f" /><Relationship Type="http://schemas.openxmlformats.org/officeDocument/2006/relationships/image" Target="/ppt/media/image25.svg" Id="R37c1162c0aff4e93" /><Relationship Type="http://schemas.openxmlformats.org/officeDocument/2006/relationships/notesSlide" Target="/ppt/notesSlides/notesSlide9.xml" Id="Rf40a762998ae45e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e4685f5f44843da" /><Relationship Type="http://schemas.openxmlformats.org/officeDocument/2006/relationships/image" Target="/ppt/media/image27.png" Id="R7d25979f001c4c16" /><Relationship Type="http://schemas.openxmlformats.org/officeDocument/2006/relationships/image" Target="/ppt/media/image26.svg" Id="R1f3fe8507f6a436a" /><Relationship Type="http://schemas.openxmlformats.org/officeDocument/2006/relationships/image" Target="/ppt/media/image28.png" Id="Rd05c2b8e79524066" /><Relationship Type="http://schemas.openxmlformats.org/officeDocument/2006/relationships/image" Target="/ppt/media/image27.svg" Id="R1555527e4bd74c26" /><Relationship Type="http://schemas.openxmlformats.org/officeDocument/2006/relationships/image" Target="/ppt/media/image29.png" Id="Ra1ed52df5abf49a0" /><Relationship Type="http://schemas.openxmlformats.org/officeDocument/2006/relationships/image" Target="/ppt/media/image28.svg" Id="Rba9f659635f34c4d" /><Relationship Type="http://schemas.openxmlformats.org/officeDocument/2006/relationships/notesSlide" Target="/ppt/notesSlides/notesSlide10.xml" Id="Re7333d7fd3264c8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8286bd60cfc451e" /><Relationship Type="http://schemas.openxmlformats.org/officeDocument/2006/relationships/image" Target="/ppt/media/image30.png" Id="R2530986d2d834b83" /><Relationship Type="http://schemas.openxmlformats.org/officeDocument/2006/relationships/image" Target="/ppt/media/image29.svg" Id="R81670b91e2574484" /><Relationship Type="http://schemas.openxmlformats.org/officeDocument/2006/relationships/image" Target="/ppt/media/image31.png" Id="R6d1080d91a9d45d9" /><Relationship Type="http://schemas.openxmlformats.org/officeDocument/2006/relationships/image" Target="/ppt/media/image30.svg" Id="R3f06618d8cd2433c" /><Relationship Type="http://schemas.openxmlformats.org/officeDocument/2006/relationships/image" Target="/ppt/media/image32.png" Id="R4172a582b2b847d4" /><Relationship Type="http://schemas.openxmlformats.org/officeDocument/2006/relationships/image" Target="/ppt/media/image31.svg" Id="Raf741614388d4824" /><Relationship Type="http://schemas.openxmlformats.org/officeDocument/2006/relationships/notesSlide" Target="/ppt/notesSlides/notesSlide11.xml" Id="R934f66cbf5954f5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686891345db475f" /><Relationship Type="http://schemas.openxmlformats.org/officeDocument/2006/relationships/image" Target="/ppt/media/image33.png" Id="Rd16b53aa3abe4093" /><Relationship Type="http://schemas.openxmlformats.org/officeDocument/2006/relationships/image" Target="/ppt/media/image32.svg" Id="R6aceb0b2b13c44eb" /><Relationship Type="http://schemas.openxmlformats.org/officeDocument/2006/relationships/image" Target="/ppt/media/image34.png" Id="Ra5008f09196e4006" /><Relationship Type="http://schemas.openxmlformats.org/officeDocument/2006/relationships/image" Target="/ppt/media/image33.svg" Id="Re980b8bbed2949de" /><Relationship Type="http://schemas.openxmlformats.org/officeDocument/2006/relationships/image" Target="/ppt/media/image35.png" Id="R44cb37de35d941fd" /><Relationship Type="http://schemas.openxmlformats.org/officeDocument/2006/relationships/image" Target="/ppt/media/image34.svg" Id="Rf26fec3f15af450a" /><Relationship Type="http://schemas.openxmlformats.org/officeDocument/2006/relationships/notesSlide" Target="/ppt/notesSlides/notesSlide12.xml" Id="R99c1f73737c540c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0b384d7934d439f" /><Relationship Type="http://schemas.openxmlformats.org/officeDocument/2006/relationships/image" Target="/ppt/media/image36.png" Id="R36aa0140dbd54d27" /><Relationship Type="http://schemas.openxmlformats.org/officeDocument/2006/relationships/image" Target="/ppt/media/image35.svg" Id="Re57dd7336d3941b0" /><Relationship Type="http://schemas.openxmlformats.org/officeDocument/2006/relationships/image" Target="/ppt/media/image37.png" Id="R3e5f21cc4a16457d" /><Relationship Type="http://schemas.openxmlformats.org/officeDocument/2006/relationships/image" Target="/ppt/media/image36.svg" Id="Ra82091ea922b42e2" /><Relationship Type="http://schemas.openxmlformats.org/officeDocument/2006/relationships/image" Target="/ppt/media/image38.png" Id="R85a469208b3c4bda" /><Relationship Type="http://schemas.openxmlformats.org/officeDocument/2006/relationships/image" Target="/ppt/media/image37.svg" Id="Raf14b5206287457a" /><Relationship Type="http://schemas.openxmlformats.org/officeDocument/2006/relationships/notesSlide" Target="/ppt/notesSlides/notesSlide13.xml" Id="R810f4eca4b0448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1fd8ff87db84458" /><Relationship Type="http://schemas.openxmlformats.org/officeDocument/2006/relationships/image" Target="/ppt/media/image39.png" Id="R90cebdebcc6241a6" /><Relationship Type="http://schemas.openxmlformats.org/officeDocument/2006/relationships/image" Target="/ppt/media/image38.svg" Id="R5e2be2d7262a47bc" /><Relationship Type="http://schemas.openxmlformats.org/officeDocument/2006/relationships/image" Target="/ppt/media/image40.png" Id="R9f32c81536b44b4f" /><Relationship Type="http://schemas.openxmlformats.org/officeDocument/2006/relationships/image" Target="/ppt/media/image39.svg" Id="R9b23b676ec6b4f86" /><Relationship Type="http://schemas.openxmlformats.org/officeDocument/2006/relationships/notesSlide" Target="/ppt/notesSlides/notesSlide14.xml" Id="Rb47e6926b2dc4096" /></Relationships>
</file>

<file path=ppt/slides/slide1.xml><?xml version="1.0" encoding="utf-8"?>
<p:sld xmlns:p="http://schemas.openxmlformats.org/presentationml/2006/main">
  <p:cSld>
    <p:bg>
      <p:bgPr>
        <a:solidFill xmlns:a="http://schemas.openxmlformats.org/drawingml/2006/main">
          <a:srgbClr val="6D28D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AABEA4B-A654-426B-B9B1-4E9F56AEFD33}"/>
              </a:ext>
            </a:extLst>
          </p:cNvPr>
          <p:cNvPicPr>
            <a:picLocks xmlns:a="http://schemas.openxmlformats.org/drawingml/2006/main" noChangeAspect="1"/>
          </p:cNvPicPr>
          <p:nvPr/>
        </p:nvPicPr>
        <p:blipFill>
          <a:blip xmlns:r="http://schemas.openxmlformats.org/officeDocument/2006/relationships" xmlns:a="http://schemas.openxmlformats.org/drawingml/2006/main" r:embed="Rff088405b9d34941">
            <a:extLst>
              <a:ext uri="{96DAC541-7B7A-43D3-8B79-37D633B846F1}">
                <asvg:svgBlip xmlns:asvg="http://schemas.microsoft.com/office/drawing/2016/SVG/main" r:embed="R8678794f4a8645c4"/>
              </a:ext>
            </a:extLst>
          </a:blip>
          <a:stretch xmlns:a="http://schemas.openxmlformats.org/drawingml/2006/main"/>
        </p:blipFill>
        <p:spPr>
          <a:xfrm xmlns:a="http://schemas.openxmlformats.org/drawingml/2006/main">
            <a:off x="5715000" y="142875"/>
            <a:ext cx="3333750" cy="3333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9EABA9-1720-44BA-B61B-AD64DCE7DF2D}"/>
              </a:ext>
            </a:extLst>
          </p:cNvPr>
          <p:cNvSpPr>
            <a:spLocks xmlns:a="http://schemas.openxmlformats.org/drawingml/2006/main" noGrp="1"/>
          </p:cNvSpPr>
          <p:nvPr/>
        </p:nvSpPr>
        <p:spPr>
          <a:xfrm xmlns:a="http://schemas.openxmlformats.org/drawingml/2006/main">
            <a:off x="628650" y="1123950"/>
            <a:ext cx="5334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FFFFFF"/>
                </a:solidFill>
                <a:latin typeface="Century Gothic"/>
                <a:ea typeface="Century Gothic"/>
                <a:cs typeface="Century Gothic"/>
              </a:defRPr>
            </a:defPPr>
            <a:lvl1pPr>
              <a:defRPr sz="6600" b="1">
                <a:solidFill>
                  <a:srgbClr val="FFFFFF"/>
                </a:solidFill>
                <a:latin typeface="Century Gothic"/>
                <a:ea typeface="Century Gothic"/>
                <a:cs typeface="Century Gothic"/>
              </a:defRPr>
            </a:lvl1pPr>
            <a:lvl2pPr>
              <a:defRPr sz="6600" b="1">
                <a:solidFill>
                  <a:srgbClr val="FFFFFF"/>
                </a:solidFill>
                <a:latin typeface="Century Gothic"/>
                <a:ea typeface="Century Gothic"/>
                <a:cs typeface="Century Gothic"/>
              </a:defRPr>
            </a:lvl2pPr>
            <a:lvl3pPr>
              <a:defRPr sz="6600" b="1">
                <a:solidFill>
                  <a:srgbClr val="FFFFFF"/>
                </a:solidFill>
                <a:latin typeface="Century Gothic"/>
                <a:ea typeface="Century Gothic"/>
                <a:cs typeface="Century Gothic"/>
              </a:defRPr>
            </a:lvl3pPr>
            <a:lvl4pPr>
              <a:defRPr sz="6600" b="1">
                <a:solidFill>
                  <a:srgbClr val="FFFFFF"/>
                </a:solidFill>
                <a:latin typeface="Century Gothic"/>
                <a:ea typeface="Century Gothic"/>
                <a:cs typeface="Century Gothic"/>
              </a:defRPr>
            </a:lvl4pPr>
            <a:lvl5pPr>
              <a:defRPr sz="6600" b="1">
                <a:solidFill>
                  <a:srgbClr val="FFFFFF"/>
                </a:solidFill>
                <a:latin typeface="Century Gothic"/>
                <a:ea typeface="Century Gothic"/>
                <a:cs typeface="Century Gothic"/>
              </a:defRPr>
            </a:lvl5pPr>
            <a:lvl6pPr>
              <a:defRPr sz="6600" b="1">
                <a:solidFill>
                  <a:srgbClr val="FFFFFF"/>
                </a:solidFill>
                <a:latin typeface="Century Gothic"/>
                <a:ea typeface="Century Gothic"/>
                <a:cs typeface="Century Gothic"/>
              </a:defRPr>
            </a:lvl6pPr>
            <a:lvl7pPr>
              <a:defRPr sz="6600" b="1">
                <a:solidFill>
                  <a:srgbClr val="FFFFFF"/>
                </a:solidFill>
                <a:latin typeface="Century Gothic"/>
                <a:ea typeface="Century Gothic"/>
                <a:cs typeface="Century Gothic"/>
              </a:defRPr>
            </a:lvl7pPr>
            <a:lvl8pPr>
              <a:defRPr sz="6600" b="1">
                <a:solidFill>
                  <a:srgbClr val="FFFFFF"/>
                </a:solidFill>
                <a:latin typeface="Century Gothic"/>
                <a:ea typeface="Century Gothic"/>
                <a:cs typeface="Century Gothic"/>
              </a:defRPr>
            </a:lvl8pPr>
            <a:lvl9pPr>
              <a:defRPr sz="6600" b="1">
                <a:solidFill>
                  <a:srgbClr val="FFFFFF"/>
                </a:solidFill>
                <a:latin typeface="Century Gothic"/>
                <a:ea typeface="Century Gothic"/>
                <a:cs typeface="Century Gothic"/>
              </a:defRPr>
            </a:lvl9pPr>
          </a:lstStyle>
          <a:p xmlns:a="http://schemas.openxmlformats.org/drawingml/2006/main">
            <a:pPr>
              <a:defRPr sz="6600" b="1">
                <a:solidFill>
                  <a:srgbClr val="FFFFFF"/>
                </a:solidFill>
                <a:latin typeface="Century Gothic"/>
                <a:ea typeface="Century Gothic"/>
                <a:cs typeface="Century Gothic"/>
              </a:defRPr>
            </a:pPr>
            <a:r>
              <a:rPr sz="6600" b="1">
                <a:solidFill>
                  <a:srgbClr val="FFFFFF"/>
                </a:solidFill>
                <a:latin typeface="Century Gothic"/>
                <a:ea typeface="Century Gothic"/>
                <a:cs typeface="Century Gothic"/>
              </a:rPr>
              <a:t>MASO</a:t>
            </a:r>
          </a:p>
        </p:txBody>
      </p:sp>
      <p:sp>
        <p:nvSpPr>
          <p:cNvPr id="3" name="">
            <a:extLst xmlns:a="http://schemas.openxmlformats.org/drawingml/2006/main">
              <a:ext uri="{FF2B5EF4-FFF2-40B4-BE49-F238E27FC236}">
                <a16:creationId xmlns:a16="http://schemas.microsoft.com/office/drawing/2014/main" id="{25B6169A-EFD6-49F0-BE70-7FA9342B2362}"/>
              </a:ext>
            </a:extLst>
          </p:cNvPr>
          <p:cNvSpPr>
            <a:spLocks xmlns:a="http://schemas.openxmlformats.org/drawingml/2006/main" noGrp="1"/>
          </p:cNvSpPr>
          <p:nvPr/>
        </p:nvSpPr>
        <p:spPr>
          <a:xfrm xmlns:a="http://schemas.openxmlformats.org/drawingml/2006/main">
            <a:off x="666750" y="2352675"/>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FFFFFF"/>
                </a:solidFill>
                <a:latin typeface="Century Gothic"/>
                <a:ea typeface="Century Gothic"/>
                <a:cs typeface="Century Gothic"/>
              </a:defRPr>
            </a:defPPr>
            <a:lvl1pPr>
              <a:defRPr sz="2400" b="1">
                <a:solidFill>
                  <a:srgbClr val="FFFFFF"/>
                </a:solidFill>
                <a:latin typeface="Century Gothic"/>
                <a:ea typeface="Century Gothic"/>
                <a:cs typeface="Century Gothic"/>
              </a:defRPr>
            </a:lvl1pPr>
            <a:lvl2pPr>
              <a:defRPr sz="2400" b="1">
                <a:solidFill>
                  <a:srgbClr val="FFFFFF"/>
                </a:solidFill>
                <a:latin typeface="Century Gothic"/>
                <a:ea typeface="Century Gothic"/>
                <a:cs typeface="Century Gothic"/>
              </a:defRPr>
            </a:lvl2pPr>
            <a:lvl3pPr>
              <a:defRPr sz="2400" b="1">
                <a:solidFill>
                  <a:srgbClr val="FFFFFF"/>
                </a:solidFill>
                <a:latin typeface="Century Gothic"/>
                <a:ea typeface="Century Gothic"/>
                <a:cs typeface="Century Gothic"/>
              </a:defRPr>
            </a:lvl3pPr>
            <a:lvl4pPr>
              <a:defRPr sz="2400" b="1">
                <a:solidFill>
                  <a:srgbClr val="FFFFFF"/>
                </a:solidFill>
                <a:latin typeface="Century Gothic"/>
                <a:ea typeface="Century Gothic"/>
                <a:cs typeface="Century Gothic"/>
              </a:defRPr>
            </a:lvl4pPr>
            <a:lvl5pPr>
              <a:defRPr sz="2400" b="1">
                <a:solidFill>
                  <a:srgbClr val="FFFFFF"/>
                </a:solidFill>
                <a:latin typeface="Century Gothic"/>
                <a:ea typeface="Century Gothic"/>
                <a:cs typeface="Century Gothic"/>
              </a:defRPr>
            </a:lvl5pPr>
            <a:lvl6pPr>
              <a:defRPr sz="2400" b="1">
                <a:solidFill>
                  <a:srgbClr val="FFFFFF"/>
                </a:solidFill>
                <a:latin typeface="Century Gothic"/>
                <a:ea typeface="Century Gothic"/>
                <a:cs typeface="Century Gothic"/>
              </a:defRPr>
            </a:lvl6pPr>
            <a:lvl7pPr>
              <a:defRPr sz="2400" b="1">
                <a:solidFill>
                  <a:srgbClr val="FFFFFF"/>
                </a:solidFill>
                <a:latin typeface="Century Gothic"/>
                <a:ea typeface="Century Gothic"/>
                <a:cs typeface="Century Gothic"/>
              </a:defRPr>
            </a:lvl7pPr>
            <a:lvl8pPr>
              <a:defRPr sz="2400" b="1">
                <a:solidFill>
                  <a:srgbClr val="FFFFFF"/>
                </a:solidFill>
                <a:latin typeface="Century Gothic"/>
                <a:ea typeface="Century Gothic"/>
                <a:cs typeface="Century Gothic"/>
              </a:defRPr>
            </a:lvl8pPr>
            <a:lvl9pPr>
              <a:defRPr sz="2400" b="1">
                <a:solidFill>
                  <a:srgbClr val="FFFFFF"/>
                </a:solidFill>
                <a:latin typeface="Century Gothic"/>
                <a:ea typeface="Century Gothic"/>
                <a:cs typeface="Century Gothic"/>
              </a:defRPr>
            </a:lvl9pPr>
          </a:lstStyle>
          <a:p xmlns:a="http://schemas.openxmlformats.org/drawingml/2006/main">
            <a:pPr>
              <a:defRPr sz="2400" b="1">
                <a:solidFill>
                  <a:srgbClr val="FFFFFF"/>
                </a:solidFill>
                <a:latin typeface="Century Gothic"/>
                <a:ea typeface="Century Gothic"/>
                <a:cs typeface="Century Gothic"/>
              </a:defRPr>
            </a:pPr>
            <a:r>
              <a:rPr sz="2400" b="1">
                <a:solidFill>
                  <a:srgbClr val="FFFFFF"/>
                </a:solidFill>
                <a:latin typeface="Century Gothic"/>
                <a:ea typeface="Century Gothic"/>
                <a:cs typeface="Century Gothic"/>
              </a:rPr>
              <a:t>Your AI link safety buddy</a:t>
            </a:r>
          </a:p>
        </p:txBody>
      </p:sp>
      <p:sp>
        <p:nvSpPr>
          <p:cNvPr id="4" name="">
            <a:extLst xmlns:a="http://schemas.openxmlformats.org/drawingml/2006/main">
              <a:ext uri="{FF2B5EF4-FFF2-40B4-BE49-F238E27FC236}">
                <a16:creationId xmlns:a16="http://schemas.microsoft.com/office/drawing/2014/main" id="{8DB2F620-9476-48E5-B7BE-4C3476973E7C}"/>
              </a:ext>
            </a:extLst>
          </p:cNvPr>
          <p:cNvSpPr>
            <a:spLocks xmlns:a="http://schemas.openxmlformats.org/drawingml/2006/main" noGrp="1"/>
          </p:cNvSpPr>
          <p:nvPr/>
        </p:nvSpPr>
        <p:spPr>
          <a:xfrm xmlns:a="http://schemas.openxmlformats.org/drawingml/2006/main">
            <a:off x="666750" y="302895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FFFFFF"/>
                </a:solidFill>
                <a:latin typeface="Century Gothic"/>
                <a:ea typeface="Century Gothic"/>
                <a:cs typeface="Century Gothic"/>
              </a:defRPr>
            </a:defPPr>
            <a:lvl1pPr>
              <a:defRPr sz="1950" b="0">
                <a:solidFill>
                  <a:srgbClr val="FFFFFF"/>
                </a:solidFill>
                <a:latin typeface="Century Gothic"/>
                <a:ea typeface="Century Gothic"/>
                <a:cs typeface="Century Gothic"/>
              </a:defRPr>
            </a:lvl1pPr>
            <a:lvl2pPr>
              <a:defRPr sz="1950" b="0">
                <a:solidFill>
                  <a:srgbClr val="FFFFFF"/>
                </a:solidFill>
                <a:latin typeface="Century Gothic"/>
                <a:ea typeface="Century Gothic"/>
                <a:cs typeface="Century Gothic"/>
              </a:defRPr>
            </a:lvl2pPr>
            <a:lvl3pPr>
              <a:defRPr sz="1950" b="0">
                <a:solidFill>
                  <a:srgbClr val="FFFFFF"/>
                </a:solidFill>
                <a:latin typeface="Century Gothic"/>
                <a:ea typeface="Century Gothic"/>
                <a:cs typeface="Century Gothic"/>
              </a:defRPr>
            </a:lvl3pPr>
            <a:lvl4pPr>
              <a:defRPr sz="1950" b="0">
                <a:solidFill>
                  <a:srgbClr val="FFFFFF"/>
                </a:solidFill>
                <a:latin typeface="Century Gothic"/>
                <a:ea typeface="Century Gothic"/>
                <a:cs typeface="Century Gothic"/>
              </a:defRPr>
            </a:lvl4pPr>
            <a:lvl5pPr>
              <a:defRPr sz="1950" b="0">
                <a:solidFill>
                  <a:srgbClr val="FFFFFF"/>
                </a:solidFill>
                <a:latin typeface="Century Gothic"/>
                <a:ea typeface="Century Gothic"/>
                <a:cs typeface="Century Gothic"/>
              </a:defRPr>
            </a:lvl5pPr>
            <a:lvl6pPr>
              <a:defRPr sz="1950" b="0">
                <a:solidFill>
                  <a:srgbClr val="FFFFFF"/>
                </a:solidFill>
                <a:latin typeface="Century Gothic"/>
                <a:ea typeface="Century Gothic"/>
                <a:cs typeface="Century Gothic"/>
              </a:defRPr>
            </a:lvl6pPr>
            <a:lvl7pPr>
              <a:defRPr sz="1950" b="0">
                <a:solidFill>
                  <a:srgbClr val="FFFFFF"/>
                </a:solidFill>
                <a:latin typeface="Century Gothic"/>
                <a:ea typeface="Century Gothic"/>
                <a:cs typeface="Century Gothic"/>
              </a:defRPr>
            </a:lvl7pPr>
            <a:lvl8pPr>
              <a:defRPr sz="1950" b="0">
                <a:solidFill>
                  <a:srgbClr val="FFFFFF"/>
                </a:solidFill>
                <a:latin typeface="Century Gothic"/>
                <a:ea typeface="Century Gothic"/>
                <a:cs typeface="Century Gothic"/>
              </a:defRPr>
            </a:lvl8pPr>
            <a:lvl9pPr>
              <a:defRPr sz="1950" b="0">
                <a:solidFill>
                  <a:srgbClr val="FFFFFF"/>
                </a:solidFill>
                <a:latin typeface="Century Gothic"/>
                <a:ea typeface="Century Gothic"/>
                <a:cs typeface="Century Gothic"/>
              </a:defRPr>
            </a:lvl9pPr>
          </a:lstStyle>
          <a:p xmlns:a="http://schemas.openxmlformats.org/drawingml/2006/main">
            <a:pPr>
              <a:defRPr sz="1950" b="0">
                <a:solidFill>
                  <a:srgbClr val="FFFFFF"/>
                </a:solidFill>
                <a:latin typeface="Century Gothic"/>
                <a:ea typeface="Century Gothic"/>
                <a:cs typeface="Century Gothic"/>
              </a:defRPr>
            </a:pPr>
            <a:r>
              <a:rPr sz="1950" b="0">
                <a:solidFill>
                  <a:srgbClr val="FFFFFF"/>
                </a:solidFill>
                <a:latin typeface="Century Gothic"/>
                <a:ea typeface="Century Gothic"/>
                <a:cs typeface="Century Gothic"/>
              </a:rPr>
              <a:t>A second check before the click</a:t>
            </a:r>
          </a:p>
        </p:txBody>
      </p:sp>
      <p:sp>
        <p:nvSpPr>
          <p:cNvPr id="5" name="">
            <a:extLst xmlns:a="http://schemas.openxmlformats.org/drawingml/2006/main">
              <a:ext uri="{FF2B5EF4-FFF2-40B4-BE49-F238E27FC236}">
                <a16:creationId xmlns:a16="http://schemas.microsoft.com/office/drawing/2014/main" id="{343A4CB7-BC60-4BA5-8AFE-F8DE6C9E01F4}"/>
              </a:ext>
            </a:extLst>
          </p:cNvPr>
          <p:cNvSpPr>
            <a:spLocks xmlns:a="http://schemas.openxmlformats.org/drawingml/2006/main" noGrp="1"/>
          </p:cNvSpPr>
          <p:nvPr/>
        </p:nvSpPr>
        <p:spPr>
          <a:xfrm xmlns:a="http://schemas.openxmlformats.org/drawingml/2006/main">
            <a:off x="666750" y="4076700"/>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FFFFFF"/>
                </a:solidFill>
                <a:latin typeface="Century Gothic"/>
                <a:ea typeface="Century Gothic"/>
                <a:cs typeface="Century Gothic"/>
              </a:defRPr>
            </a:defPPr>
            <a:lvl1pPr>
              <a:defRPr sz="1725" b="0">
                <a:solidFill>
                  <a:srgbClr val="FFFFFF"/>
                </a:solidFill>
                <a:latin typeface="Century Gothic"/>
                <a:ea typeface="Century Gothic"/>
                <a:cs typeface="Century Gothic"/>
              </a:defRPr>
            </a:lvl1pPr>
            <a:lvl2pPr>
              <a:defRPr sz="1725" b="0">
                <a:solidFill>
                  <a:srgbClr val="FFFFFF"/>
                </a:solidFill>
                <a:latin typeface="Century Gothic"/>
                <a:ea typeface="Century Gothic"/>
                <a:cs typeface="Century Gothic"/>
              </a:defRPr>
            </a:lvl2pPr>
            <a:lvl3pPr>
              <a:defRPr sz="1725" b="0">
                <a:solidFill>
                  <a:srgbClr val="FFFFFF"/>
                </a:solidFill>
                <a:latin typeface="Century Gothic"/>
                <a:ea typeface="Century Gothic"/>
                <a:cs typeface="Century Gothic"/>
              </a:defRPr>
            </a:lvl3pPr>
            <a:lvl4pPr>
              <a:defRPr sz="1725" b="0">
                <a:solidFill>
                  <a:srgbClr val="FFFFFF"/>
                </a:solidFill>
                <a:latin typeface="Century Gothic"/>
                <a:ea typeface="Century Gothic"/>
                <a:cs typeface="Century Gothic"/>
              </a:defRPr>
            </a:lvl4pPr>
            <a:lvl5pPr>
              <a:defRPr sz="1725" b="0">
                <a:solidFill>
                  <a:srgbClr val="FFFFFF"/>
                </a:solidFill>
                <a:latin typeface="Century Gothic"/>
                <a:ea typeface="Century Gothic"/>
                <a:cs typeface="Century Gothic"/>
              </a:defRPr>
            </a:lvl5pPr>
            <a:lvl6pPr>
              <a:defRPr sz="1725" b="0">
                <a:solidFill>
                  <a:srgbClr val="FFFFFF"/>
                </a:solidFill>
                <a:latin typeface="Century Gothic"/>
                <a:ea typeface="Century Gothic"/>
                <a:cs typeface="Century Gothic"/>
              </a:defRPr>
            </a:lvl6pPr>
            <a:lvl7pPr>
              <a:defRPr sz="1725" b="0">
                <a:solidFill>
                  <a:srgbClr val="FFFFFF"/>
                </a:solidFill>
                <a:latin typeface="Century Gothic"/>
                <a:ea typeface="Century Gothic"/>
                <a:cs typeface="Century Gothic"/>
              </a:defRPr>
            </a:lvl7pPr>
            <a:lvl8pPr>
              <a:defRPr sz="1725" b="0">
                <a:solidFill>
                  <a:srgbClr val="FFFFFF"/>
                </a:solidFill>
                <a:latin typeface="Century Gothic"/>
                <a:ea typeface="Century Gothic"/>
                <a:cs typeface="Century Gothic"/>
              </a:defRPr>
            </a:lvl8pPr>
            <a:lvl9pPr>
              <a:defRPr sz="1725" b="0">
                <a:solidFill>
                  <a:srgbClr val="FFFFFF"/>
                </a:solidFill>
                <a:latin typeface="Century Gothic"/>
                <a:ea typeface="Century Gothic"/>
                <a:cs typeface="Century Gothic"/>
              </a:defRPr>
            </a:lvl9pPr>
          </a:lstStyle>
          <a:p xmlns:a="http://schemas.openxmlformats.org/drawingml/2006/main">
            <a:pPr>
              <a:defRPr sz="1725" b="0">
                <a:solidFill>
                  <a:srgbClr val="FFFFFF"/>
                </a:solidFill>
                <a:latin typeface="Century Gothic"/>
                <a:ea typeface="Century Gothic"/>
                <a:cs typeface="Century Gothic"/>
              </a:defRPr>
            </a:pPr>
            <a:r>
              <a:rPr sz="1725" b="0">
                <a:solidFill>
                  <a:srgbClr val="FFFFFF"/>
                </a:solidFill>
                <a:latin typeface="Century Gothic"/>
                <a:ea typeface="Century Gothic"/>
                <a:cs typeface="Century Gothic"/>
              </a:rPr>
              <a:t>Vincent Banda</a:t>
            </a:r>
          </a:p>
          <a:p xmlns:a="http://schemas.openxmlformats.org/drawingml/2006/main">
            <a:pPr>
              <a:defRPr sz="1725" b="0">
                <a:solidFill>
                  <a:srgbClr val="FFFFFF"/>
                </a:solidFill>
                <a:latin typeface="Century Gothic"/>
                <a:ea typeface="Century Gothic"/>
                <a:cs typeface="Century Gothic"/>
              </a:defRPr>
            </a:pPr>
            <a:r>
              <a:rPr sz="1725" b="0">
                <a:solidFill>
                  <a:srgbClr val="FFFFFF"/>
                </a:solidFill>
                <a:latin typeface="Century Gothic"/>
                <a:ea typeface="Century Gothic"/>
                <a:cs typeface="Century Gothic"/>
              </a:rPr>
              <a:t>Madalitso Ritch</a:t>
            </a:r>
          </a:p>
        </p:txBody>
      </p:sp>
      <p:pic>
        <p:nvPicPr>
          <p:cNvPr id="6" name="">
            <a:extLst xmlns:a="http://schemas.openxmlformats.org/drawingml/2006/main">
              <a:ext uri="{FF2B5EF4-FFF2-40B4-BE49-F238E27FC236}">
                <a16:creationId xmlns:a16="http://schemas.microsoft.com/office/drawing/2014/main" id="{97165608-634F-438D-8486-1106A6C828B8}"/>
              </a:ext>
            </a:extLst>
          </p:cNvPr>
          <p:cNvPicPr>
            <a:picLocks xmlns:a="http://schemas.openxmlformats.org/drawingml/2006/main" noChangeAspect="1"/>
          </p:cNvPicPr>
          <p:nvPr/>
        </p:nvPicPr>
        <p:blipFill>
          <a:blip xmlns:r="http://schemas.openxmlformats.org/officeDocument/2006/relationships" xmlns:a="http://schemas.openxmlformats.org/drawingml/2006/main" r:embed="Rfc3baa7774864556">
            <a:extLst>
              <a:ext uri="{96DAC541-7B7A-43D3-8B79-37D633B846F1}">
                <asvg:svgBlip xmlns:asvg="http://schemas.microsoft.com/office/drawing/2016/SVG/main" r:embed="Rcab2c6d287e14fb9"/>
              </a:ext>
            </a:extLst>
          </a:blip>
          <a:stretch xmlns:a="http://schemas.openxmlformats.org/drawingml/2006/main"/>
        </p:blipFill>
        <p:spPr>
          <a:xfrm xmlns:a="http://schemas.openxmlformats.org/drawingml/2006/main">
            <a:off x="6286500" y="2571750"/>
            <a:ext cx="1905000" cy="1905000"/>
          </a:xfrm>
          <a:prstGeom xmlns:a="http://schemas.openxmlformats.org/drawingml/2006/main" prst="rect">
            <a:avLst/>
          </a:prstGeom>
        </p:spPr>
      </p:pic>
    </p:spTree>
    <p:extLst>
      <p:ext uri="{BB962C8B-B14F-4D97-AF65-F5344CB8AC3E}">
        <p14:creationId xmlns:p14="http://schemas.microsoft.com/office/powerpoint/2010/main" val="2526067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C7883CA-CED1-4524-A708-6BD5B450F775}"/>
              </a:ext>
            </a:extLst>
          </p:cNvPr>
          <p:cNvPicPr>
            <a:picLocks xmlns:a="http://schemas.openxmlformats.org/drawingml/2006/main" noChangeAspect="1"/>
          </p:cNvPicPr>
          <p:nvPr/>
        </p:nvPicPr>
        <p:blipFill>
          <a:blip xmlns:r="http://schemas.openxmlformats.org/officeDocument/2006/relationships" xmlns:a="http://schemas.openxmlformats.org/drawingml/2006/main" r:embed="R06471c6edcb448aa">
            <a:extLst>
              <a:ext uri="{96DAC541-7B7A-43D3-8B79-37D633B846F1}">
                <asvg:svgBlip xmlns:asvg="http://schemas.microsoft.com/office/drawing/2016/SVG/main" r:embed="R109da7b71f4841a8"/>
              </a:ext>
            </a:extLst>
          </a:blip>
          <a:stretch xmlns:a="http://schemas.openxmlformats.org/drawingml/2006/main"/>
        </p:blipFill>
        <p:spPr>
          <a:xfrm xmlns:a="http://schemas.openxmlformats.org/drawingml/2006/main">
            <a:off x="7677150" y="0"/>
            <a:ext cx="1466850" cy="146685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2438C9F7-D639-48E0-BD20-010993A3BED7}"/>
              </a:ext>
            </a:extLst>
          </p:cNvPr>
          <p:cNvPicPr>
            <a:picLocks xmlns:a="http://schemas.openxmlformats.org/drawingml/2006/main" noChangeAspect="1"/>
          </p:cNvPicPr>
          <p:nvPr/>
        </p:nvPicPr>
        <p:blipFill>
          <a:blip xmlns:r="http://schemas.openxmlformats.org/officeDocument/2006/relationships" xmlns:a="http://schemas.openxmlformats.org/drawingml/2006/main" r:embed="R9669f93cbba94c02">
            <a:extLst>
              <a:ext uri="{96DAC541-7B7A-43D3-8B79-37D633B846F1}">
                <asvg:svgBlip xmlns:asvg="http://schemas.microsoft.com/office/drawing/2016/SVG/main" r:embed="Rebe7135d2b384705"/>
              </a:ext>
            </a:extLst>
          </a:blip>
          <a:stretch xmlns:a="http://schemas.openxmlformats.org/drawingml/2006/main"/>
        </p:blipFill>
        <p:spPr>
          <a:xfrm xmlns:a="http://schemas.openxmlformats.org/drawingml/2006/main">
            <a:off x="0" y="3924300"/>
            <a:ext cx="1162050" cy="11620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ABF04F1-B341-40B3-B34C-1709334DD10F}"/>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7C3AED"/>
                </a:solidFill>
                <a:latin typeface="Century Gothic"/>
                <a:ea typeface="Century Gothic"/>
                <a:cs typeface="Century Gothic"/>
              </a:defRPr>
            </a:defPPr>
            <a:lvl1pPr>
              <a:defRPr sz="3000" b="1">
                <a:solidFill>
                  <a:srgbClr val="7C3AED"/>
                </a:solidFill>
                <a:latin typeface="Century Gothic"/>
                <a:ea typeface="Century Gothic"/>
                <a:cs typeface="Century Gothic"/>
              </a:defRPr>
            </a:lvl1pPr>
            <a:lvl2pPr>
              <a:defRPr sz="3000" b="1">
                <a:solidFill>
                  <a:srgbClr val="7C3AED"/>
                </a:solidFill>
                <a:latin typeface="Century Gothic"/>
                <a:ea typeface="Century Gothic"/>
                <a:cs typeface="Century Gothic"/>
              </a:defRPr>
            </a:lvl2pPr>
            <a:lvl3pPr>
              <a:defRPr sz="3000" b="1">
                <a:solidFill>
                  <a:srgbClr val="7C3AED"/>
                </a:solidFill>
                <a:latin typeface="Century Gothic"/>
                <a:ea typeface="Century Gothic"/>
                <a:cs typeface="Century Gothic"/>
              </a:defRPr>
            </a:lvl3pPr>
            <a:lvl4pPr>
              <a:defRPr sz="3000" b="1">
                <a:solidFill>
                  <a:srgbClr val="7C3AED"/>
                </a:solidFill>
                <a:latin typeface="Century Gothic"/>
                <a:ea typeface="Century Gothic"/>
                <a:cs typeface="Century Gothic"/>
              </a:defRPr>
            </a:lvl4pPr>
            <a:lvl5pPr>
              <a:defRPr sz="3000" b="1">
                <a:solidFill>
                  <a:srgbClr val="7C3AED"/>
                </a:solidFill>
                <a:latin typeface="Century Gothic"/>
                <a:ea typeface="Century Gothic"/>
                <a:cs typeface="Century Gothic"/>
              </a:defRPr>
            </a:lvl5pPr>
            <a:lvl6pPr>
              <a:defRPr sz="3000" b="1">
                <a:solidFill>
                  <a:srgbClr val="7C3AED"/>
                </a:solidFill>
                <a:latin typeface="Century Gothic"/>
                <a:ea typeface="Century Gothic"/>
                <a:cs typeface="Century Gothic"/>
              </a:defRPr>
            </a:lvl6pPr>
            <a:lvl7pPr>
              <a:defRPr sz="3000" b="1">
                <a:solidFill>
                  <a:srgbClr val="7C3AED"/>
                </a:solidFill>
                <a:latin typeface="Century Gothic"/>
                <a:ea typeface="Century Gothic"/>
                <a:cs typeface="Century Gothic"/>
              </a:defRPr>
            </a:lvl7pPr>
            <a:lvl8pPr>
              <a:defRPr sz="3000" b="1">
                <a:solidFill>
                  <a:srgbClr val="7C3AED"/>
                </a:solidFill>
                <a:latin typeface="Century Gothic"/>
                <a:ea typeface="Century Gothic"/>
                <a:cs typeface="Century Gothic"/>
              </a:defRPr>
            </a:lvl8pPr>
            <a:lvl9pPr>
              <a:defRPr sz="3000" b="1">
                <a:solidFill>
                  <a:srgbClr val="7C3AED"/>
                </a:solidFill>
                <a:latin typeface="Century Gothic"/>
                <a:ea typeface="Century Gothic"/>
                <a:cs typeface="Century Gothic"/>
              </a:defRPr>
            </a:lvl9pPr>
          </a:lstStyle>
          <a:p xmlns:a="http://schemas.openxmlformats.org/drawingml/2006/main">
            <a:pPr>
              <a:defRPr sz="3000" b="1">
                <a:solidFill>
                  <a:srgbClr val="7C3AED"/>
                </a:solidFill>
                <a:latin typeface="Century Gothic"/>
                <a:ea typeface="Century Gothic"/>
                <a:cs typeface="Century Gothic"/>
              </a:defRPr>
            </a:pPr>
            <a:r>
              <a:rPr sz="3000" b="1">
                <a:solidFill>
                  <a:srgbClr val="7C3AED"/>
                </a:solidFill>
                <a:latin typeface="Century Gothic"/>
                <a:ea typeface="Century Gothic"/>
                <a:cs typeface="Century Gothic"/>
              </a:rPr>
              <a:t>The message looks ordinary</a:t>
            </a:r>
          </a:p>
        </p:txBody>
      </p:sp>
      <p:sp>
        <p:nvSpPr>
          <p:cNvPr id="4" name="">
            <a:extLst xmlns:a="http://schemas.openxmlformats.org/drawingml/2006/main">
              <a:ext uri="{FF2B5EF4-FFF2-40B4-BE49-F238E27FC236}">
                <a16:creationId xmlns:a16="http://schemas.microsoft.com/office/drawing/2014/main" id="{665A23AB-DB2F-4806-A2CF-ABAC2048EA10}"/>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7C3AED"/>
                </a:solidFill>
                <a:latin typeface="Century Gothic"/>
                <a:ea typeface="Century Gothic"/>
                <a:cs typeface="Century Gothic"/>
              </a:defRPr>
            </a:defPPr>
            <a:lvl1pPr>
              <a:defRPr sz="1050" b="0">
                <a:solidFill>
                  <a:srgbClr val="7C3AED"/>
                </a:solidFill>
                <a:latin typeface="Century Gothic"/>
                <a:ea typeface="Century Gothic"/>
                <a:cs typeface="Century Gothic"/>
              </a:defRPr>
            </a:lvl1pPr>
            <a:lvl2pPr>
              <a:defRPr sz="1050" b="0">
                <a:solidFill>
                  <a:srgbClr val="7C3AED"/>
                </a:solidFill>
                <a:latin typeface="Century Gothic"/>
                <a:ea typeface="Century Gothic"/>
                <a:cs typeface="Century Gothic"/>
              </a:defRPr>
            </a:lvl2pPr>
            <a:lvl3pPr>
              <a:defRPr sz="1050" b="0">
                <a:solidFill>
                  <a:srgbClr val="7C3AED"/>
                </a:solidFill>
                <a:latin typeface="Century Gothic"/>
                <a:ea typeface="Century Gothic"/>
                <a:cs typeface="Century Gothic"/>
              </a:defRPr>
            </a:lvl3pPr>
            <a:lvl4pPr>
              <a:defRPr sz="1050" b="0">
                <a:solidFill>
                  <a:srgbClr val="7C3AED"/>
                </a:solidFill>
                <a:latin typeface="Century Gothic"/>
                <a:ea typeface="Century Gothic"/>
                <a:cs typeface="Century Gothic"/>
              </a:defRPr>
            </a:lvl4pPr>
            <a:lvl5pPr>
              <a:defRPr sz="1050" b="0">
                <a:solidFill>
                  <a:srgbClr val="7C3AED"/>
                </a:solidFill>
                <a:latin typeface="Century Gothic"/>
                <a:ea typeface="Century Gothic"/>
                <a:cs typeface="Century Gothic"/>
              </a:defRPr>
            </a:lvl5pPr>
            <a:lvl6pPr>
              <a:defRPr sz="1050" b="0">
                <a:solidFill>
                  <a:srgbClr val="7C3AED"/>
                </a:solidFill>
                <a:latin typeface="Century Gothic"/>
                <a:ea typeface="Century Gothic"/>
                <a:cs typeface="Century Gothic"/>
              </a:defRPr>
            </a:lvl6pPr>
            <a:lvl7pPr>
              <a:defRPr sz="1050" b="0">
                <a:solidFill>
                  <a:srgbClr val="7C3AED"/>
                </a:solidFill>
                <a:latin typeface="Century Gothic"/>
                <a:ea typeface="Century Gothic"/>
                <a:cs typeface="Century Gothic"/>
              </a:defRPr>
            </a:lvl7pPr>
            <a:lvl8pPr>
              <a:defRPr sz="1050" b="0">
                <a:solidFill>
                  <a:srgbClr val="7C3AED"/>
                </a:solidFill>
                <a:latin typeface="Century Gothic"/>
                <a:ea typeface="Century Gothic"/>
                <a:cs typeface="Century Gothic"/>
              </a:defRPr>
            </a:lvl8pPr>
            <a:lvl9pPr>
              <a:defRPr sz="1050" b="0">
                <a:solidFill>
                  <a:srgbClr val="7C3AED"/>
                </a:solidFill>
                <a:latin typeface="Century Gothic"/>
                <a:ea typeface="Century Gothic"/>
                <a:cs typeface="Century Gothic"/>
              </a:defRPr>
            </a:lvl9pPr>
          </a:lstStyle>
          <a:p xmlns:a="http://schemas.openxmlformats.org/drawingml/2006/main">
            <a:pPr>
              <a:defRPr sz="1050" b="0">
                <a:solidFill>
                  <a:srgbClr val="7C3AED"/>
                </a:solidFill>
                <a:latin typeface="Century Gothic"/>
                <a:ea typeface="Century Gothic"/>
                <a:cs typeface="Century Gothic"/>
              </a:defRPr>
            </a:pPr>
            <a:r>
              <a:rPr sz="1050" b="0">
                <a:solidFill>
                  <a:srgbClr val="7C3AED"/>
                </a:solidFill>
                <a:latin typeface="Century Gothic"/>
                <a:ea typeface="Century Gothic"/>
                <a:cs typeface="Century Gothic"/>
              </a:rPr>
              <a:t>02</a:t>
            </a:r>
          </a:p>
        </p:txBody>
      </p:sp>
      <p:sp>
        <p:nvSpPr>
          <p:cNvPr id="5" name="">
            <a:extLst xmlns:a="http://schemas.openxmlformats.org/drawingml/2006/main">
              <a:ext uri="{FF2B5EF4-FFF2-40B4-BE49-F238E27FC236}">
                <a16:creationId xmlns:a16="http://schemas.microsoft.com/office/drawing/2014/main" id="{F7DF53F1-36E7-4955-BB72-CFE52C3DACC4}"/>
              </a:ext>
            </a:extLst>
          </p:cNvPr>
          <p:cNvSpPr>
            <a:spLocks xmlns:a="http://schemas.openxmlformats.org/drawingml/2006/main" noGrp="1"/>
          </p:cNvSpPr>
          <p:nvPr/>
        </p:nvSpPr>
        <p:spPr>
          <a:xfrm xmlns:a="http://schemas.openxmlformats.org/drawingml/2006/main">
            <a:off x="666750" y="1381125"/>
            <a:ext cx="6286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1A1A2E"/>
                </a:solidFill>
                <a:latin typeface="Century Gothic"/>
                <a:ea typeface="Century Gothic"/>
                <a:cs typeface="Century Gothic"/>
              </a:defRPr>
            </a:defPPr>
            <a:lvl1pPr>
              <a:defRPr sz="2775" b="1">
                <a:solidFill>
                  <a:srgbClr val="1A1A2E"/>
                </a:solidFill>
                <a:latin typeface="Century Gothic"/>
                <a:ea typeface="Century Gothic"/>
                <a:cs typeface="Century Gothic"/>
              </a:defRPr>
            </a:lvl1pPr>
            <a:lvl2pPr>
              <a:defRPr sz="2775" b="1">
                <a:solidFill>
                  <a:srgbClr val="1A1A2E"/>
                </a:solidFill>
                <a:latin typeface="Century Gothic"/>
                <a:ea typeface="Century Gothic"/>
                <a:cs typeface="Century Gothic"/>
              </a:defRPr>
            </a:lvl2pPr>
            <a:lvl3pPr>
              <a:defRPr sz="2775" b="1">
                <a:solidFill>
                  <a:srgbClr val="1A1A2E"/>
                </a:solidFill>
                <a:latin typeface="Century Gothic"/>
                <a:ea typeface="Century Gothic"/>
                <a:cs typeface="Century Gothic"/>
              </a:defRPr>
            </a:lvl3pPr>
            <a:lvl4pPr>
              <a:defRPr sz="2775" b="1">
                <a:solidFill>
                  <a:srgbClr val="1A1A2E"/>
                </a:solidFill>
                <a:latin typeface="Century Gothic"/>
                <a:ea typeface="Century Gothic"/>
                <a:cs typeface="Century Gothic"/>
              </a:defRPr>
            </a:lvl4pPr>
            <a:lvl5pPr>
              <a:defRPr sz="2775" b="1">
                <a:solidFill>
                  <a:srgbClr val="1A1A2E"/>
                </a:solidFill>
                <a:latin typeface="Century Gothic"/>
                <a:ea typeface="Century Gothic"/>
                <a:cs typeface="Century Gothic"/>
              </a:defRPr>
            </a:lvl5pPr>
            <a:lvl6pPr>
              <a:defRPr sz="2775" b="1">
                <a:solidFill>
                  <a:srgbClr val="1A1A2E"/>
                </a:solidFill>
                <a:latin typeface="Century Gothic"/>
                <a:ea typeface="Century Gothic"/>
                <a:cs typeface="Century Gothic"/>
              </a:defRPr>
            </a:lvl6pPr>
            <a:lvl7pPr>
              <a:defRPr sz="2775" b="1">
                <a:solidFill>
                  <a:srgbClr val="1A1A2E"/>
                </a:solidFill>
                <a:latin typeface="Century Gothic"/>
                <a:ea typeface="Century Gothic"/>
                <a:cs typeface="Century Gothic"/>
              </a:defRPr>
            </a:lvl7pPr>
            <a:lvl8pPr>
              <a:defRPr sz="2775" b="1">
                <a:solidFill>
                  <a:srgbClr val="1A1A2E"/>
                </a:solidFill>
                <a:latin typeface="Century Gothic"/>
                <a:ea typeface="Century Gothic"/>
                <a:cs typeface="Century Gothic"/>
              </a:defRPr>
            </a:lvl8pPr>
            <a:lvl9pPr>
              <a:defRPr sz="2775" b="1">
                <a:solidFill>
                  <a:srgbClr val="1A1A2E"/>
                </a:solidFill>
                <a:latin typeface="Century Gothic"/>
                <a:ea typeface="Century Gothic"/>
                <a:cs typeface="Century Gothic"/>
              </a:defRPr>
            </a:lvl9pPr>
          </a:lstStyle>
          <a:p xmlns:a="http://schemas.openxmlformats.org/drawingml/2006/main">
            <a:pPr>
              <a:defRPr sz="2775" b="1">
                <a:solidFill>
                  <a:srgbClr val="1A1A2E"/>
                </a:solidFill>
                <a:latin typeface="Century Gothic"/>
                <a:ea typeface="Century Gothic"/>
                <a:cs typeface="Century Gothic"/>
              </a:defRPr>
            </a:pPr>
            <a:r>
              <a:rPr sz="2775" b="1">
                <a:solidFill>
                  <a:srgbClr val="1A1A2E"/>
                </a:solidFill>
                <a:latin typeface="Century Gothic"/>
                <a:ea typeface="Century Gothic"/>
                <a:cs typeface="Century Gothic"/>
              </a:rPr>
              <a:t>“Your parcel is on hold.</a:t>
            </a:r>
          </a:p>
          <a:p xmlns:a="http://schemas.openxmlformats.org/drawingml/2006/main">
            <a:pPr>
              <a:defRPr sz="2775" b="1">
                <a:solidFill>
                  <a:srgbClr val="1A1A2E"/>
                </a:solidFill>
                <a:latin typeface="Century Gothic"/>
                <a:ea typeface="Century Gothic"/>
                <a:cs typeface="Century Gothic"/>
              </a:defRPr>
            </a:pPr>
            <a:r>
              <a:rPr sz="2775" b="1">
                <a:solidFill>
                  <a:srgbClr val="1A1A2E"/>
                </a:solidFill>
                <a:latin typeface="Century Gothic"/>
                <a:ea typeface="Century Gothic"/>
                <a:cs typeface="Century Gothic"/>
              </a:rPr>
              <a:t>Pay the small delivery fee</a:t>
            </a:r>
          </a:p>
          <a:p xmlns:a="http://schemas.openxmlformats.org/drawingml/2006/main">
            <a:pPr>
              <a:defRPr sz="2775" b="1">
                <a:solidFill>
                  <a:srgbClr val="1A1A2E"/>
                </a:solidFill>
                <a:latin typeface="Century Gothic"/>
                <a:ea typeface="Century Gothic"/>
                <a:cs typeface="Century Gothic"/>
              </a:defRPr>
            </a:pPr>
            <a:r>
              <a:rPr sz="2775" b="1">
                <a:solidFill>
                  <a:srgbClr val="1A1A2E"/>
                </a:solidFill>
                <a:latin typeface="Century Gothic"/>
                <a:ea typeface="Century Gothic"/>
                <a:cs typeface="Century Gothic"/>
              </a:rPr>
              <a:t>to receive it today.”</a:t>
            </a:r>
          </a:p>
        </p:txBody>
      </p:sp>
      <p:sp>
        <p:nvSpPr>
          <p:cNvPr id="6" name="">
            <a:extLst xmlns:a="http://schemas.openxmlformats.org/drawingml/2006/main">
              <a:ext uri="{FF2B5EF4-FFF2-40B4-BE49-F238E27FC236}">
                <a16:creationId xmlns:a16="http://schemas.microsoft.com/office/drawing/2014/main" id="{A3A18E27-1E5B-42B8-AFB8-E2910396F8B1}"/>
              </a:ext>
            </a:extLst>
          </p:cNvPr>
          <p:cNvSpPr>
            <a:spLocks xmlns:a="http://schemas.openxmlformats.org/drawingml/2006/main" noGrp="1"/>
          </p:cNvSpPr>
          <p:nvPr/>
        </p:nvSpPr>
        <p:spPr>
          <a:xfrm xmlns:a="http://schemas.openxmlformats.org/drawingml/2006/main">
            <a:off x="685800" y="333375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616477"/>
                </a:solidFill>
                <a:latin typeface="Century Gothic"/>
                <a:ea typeface="Century Gothic"/>
                <a:cs typeface="Century Gothic"/>
              </a:defRPr>
            </a:defPPr>
            <a:lvl1pPr>
              <a:defRPr sz="2100" b="0">
                <a:solidFill>
                  <a:srgbClr val="616477"/>
                </a:solidFill>
                <a:latin typeface="Century Gothic"/>
                <a:ea typeface="Century Gothic"/>
                <a:cs typeface="Century Gothic"/>
              </a:defRPr>
            </a:lvl1pPr>
            <a:lvl2pPr>
              <a:defRPr sz="2100" b="0">
                <a:solidFill>
                  <a:srgbClr val="616477"/>
                </a:solidFill>
                <a:latin typeface="Century Gothic"/>
                <a:ea typeface="Century Gothic"/>
                <a:cs typeface="Century Gothic"/>
              </a:defRPr>
            </a:lvl2pPr>
            <a:lvl3pPr>
              <a:defRPr sz="2100" b="0">
                <a:solidFill>
                  <a:srgbClr val="616477"/>
                </a:solidFill>
                <a:latin typeface="Century Gothic"/>
                <a:ea typeface="Century Gothic"/>
                <a:cs typeface="Century Gothic"/>
              </a:defRPr>
            </a:lvl3pPr>
            <a:lvl4pPr>
              <a:defRPr sz="2100" b="0">
                <a:solidFill>
                  <a:srgbClr val="616477"/>
                </a:solidFill>
                <a:latin typeface="Century Gothic"/>
                <a:ea typeface="Century Gothic"/>
                <a:cs typeface="Century Gothic"/>
              </a:defRPr>
            </a:lvl4pPr>
            <a:lvl5pPr>
              <a:defRPr sz="2100" b="0">
                <a:solidFill>
                  <a:srgbClr val="616477"/>
                </a:solidFill>
                <a:latin typeface="Century Gothic"/>
                <a:ea typeface="Century Gothic"/>
                <a:cs typeface="Century Gothic"/>
              </a:defRPr>
            </a:lvl5pPr>
            <a:lvl6pPr>
              <a:defRPr sz="2100" b="0">
                <a:solidFill>
                  <a:srgbClr val="616477"/>
                </a:solidFill>
                <a:latin typeface="Century Gothic"/>
                <a:ea typeface="Century Gothic"/>
                <a:cs typeface="Century Gothic"/>
              </a:defRPr>
            </a:lvl6pPr>
            <a:lvl7pPr>
              <a:defRPr sz="2100" b="0">
                <a:solidFill>
                  <a:srgbClr val="616477"/>
                </a:solidFill>
                <a:latin typeface="Century Gothic"/>
                <a:ea typeface="Century Gothic"/>
                <a:cs typeface="Century Gothic"/>
              </a:defRPr>
            </a:lvl7pPr>
            <a:lvl8pPr>
              <a:defRPr sz="2100" b="0">
                <a:solidFill>
                  <a:srgbClr val="616477"/>
                </a:solidFill>
                <a:latin typeface="Century Gothic"/>
                <a:ea typeface="Century Gothic"/>
                <a:cs typeface="Century Gothic"/>
              </a:defRPr>
            </a:lvl8pPr>
            <a:lvl9pPr>
              <a:defRPr sz="2100" b="0">
                <a:solidFill>
                  <a:srgbClr val="616477"/>
                </a:solidFill>
                <a:latin typeface="Century Gothic"/>
                <a:ea typeface="Century Gothic"/>
                <a:cs typeface="Century Gothic"/>
              </a:defRPr>
            </a:lvl9pPr>
          </a:lstStyle>
          <a:p xmlns:a="http://schemas.openxmlformats.org/drawingml/2006/main">
            <a:pPr>
              <a:defRPr sz="2100" b="0">
                <a:solidFill>
                  <a:srgbClr val="616477"/>
                </a:solidFill>
                <a:latin typeface="Century Gothic"/>
                <a:ea typeface="Century Gothic"/>
                <a:cs typeface="Century Gothic"/>
              </a:defRPr>
            </a:pPr>
            <a:r>
              <a:rPr sz="2100" b="0">
                <a:solidFill>
                  <a:srgbClr val="616477"/>
                </a:solidFill>
                <a:latin typeface="Century Gothic"/>
                <a:ea typeface="Century Gothic"/>
                <a:cs typeface="Century Gothic"/>
              </a:rPr>
              <a:t>You are expecting a delivery.</a:t>
            </a:r>
          </a:p>
          <a:p xmlns:a="http://schemas.openxmlformats.org/drawingml/2006/main">
            <a:pPr>
              <a:defRPr sz="2100" b="0">
                <a:solidFill>
                  <a:srgbClr val="616477"/>
                </a:solidFill>
                <a:latin typeface="Century Gothic"/>
                <a:ea typeface="Century Gothic"/>
                <a:cs typeface="Century Gothic"/>
              </a:defRPr>
            </a:pPr>
            <a:r>
              <a:rPr sz="2100" b="0">
                <a:solidFill>
                  <a:srgbClr val="616477"/>
                </a:solidFill>
                <a:latin typeface="Century Gothic"/>
                <a:ea typeface="Century Gothic"/>
                <a:cs typeface="Century Gothic"/>
              </a:rPr>
              <a:t>The message arrives at the right moment.</a:t>
            </a:r>
          </a:p>
        </p:txBody>
      </p:sp>
      <p:pic>
        <p:nvPicPr>
          <p:cNvPr id="7" name="">
            <a:extLst xmlns:a="http://schemas.openxmlformats.org/drawingml/2006/main">
              <a:ext uri="{FF2B5EF4-FFF2-40B4-BE49-F238E27FC236}">
                <a16:creationId xmlns:a16="http://schemas.microsoft.com/office/drawing/2014/main" id="{4C821286-7F07-4DF2-AFE6-0AC10213FA22}"/>
              </a:ext>
            </a:extLst>
          </p:cNvPr>
          <p:cNvPicPr>
            <a:picLocks xmlns:a="http://schemas.openxmlformats.org/drawingml/2006/main" noChangeAspect="1"/>
          </p:cNvPicPr>
          <p:nvPr/>
        </p:nvPicPr>
        <p:blipFill>
          <a:blip xmlns:r="http://schemas.openxmlformats.org/officeDocument/2006/relationships" xmlns:a="http://schemas.openxmlformats.org/drawingml/2006/main" r:embed="Rae9cae2db4234405">
            <a:extLst>
              <a:ext uri="{96DAC541-7B7A-43D3-8B79-37D633B846F1}">
                <asvg:svgBlip xmlns:asvg="http://schemas.microsoft.com/office/drawing/2016/SVG/main" r:embed="Rb7d085f198064c26"/>
              </a:ext>
            </a:extLst>
          </a:blip>
          <a:stretch xmlns:a="http://schemas.openxmlformats.org/drawingml/2006/main"/>
        </p:blipFill>
        <p:spPr>
          <a:xfrm xmlns:a="http://schemas.openxmlformats.org/drawingml/2006/main">
            <a:off x="7286625" y="1619250"/>
            <a:ext cx="1190625" cy="1190625"/>
          </a:xfrm>
          <a:prstGeom xmlns:a="http://schemas.openxmlformats.org/drawingml/2006/main" prst="rect">
            <a:avLst/>
          </a:prstGeom>
        </p:spPr>
      </p:pic>
    </p:spTree>
    <p:extLst>
      <p:ext uri="{BB962C8B-B14F-4D97-AF65-F5344CB8AC3E}">
        <p14:creationId xmlns:p14="http://schemas.microsoft.com/office/powerpoint/2010/main" val="14327994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B5B253A-8076-4477-87CA-76A01923B4F4}"/>
              </a:ext>
            </a:extLst>
          </p:cNvPr>
          <p:cNvPicPr>
            <a:picLocks xmlns:a="http://schemas.openxmlformats.org/drawingml/2006/main" noChangeAspect="1"/>
          </p:cNvPicPr>
          <p:nvPr/>
        </p:nvPicPr>
        <p:blipFill>
          <a:blip xmlns:r="http://schemas.openxmlformats.org/officeDocument/2006/relationships" xmlns:a="http://schemas.openxmlformats.org/drawingml/2006/main" r:embed="R6b89048700ac47c4">
            <a:extLst>
              <a:ext uri="{96DAC541-7B7A-43D3-8B79-37D633B846F1}">
                <asvg:svgBlip xmlns:asvg="http://schemas.microsoft.com/office/drawing/2016/SVG/main" r:embed="R758758d3b8f940e9"/>
              </a:ext>
            </a:extLst>
          </a:blip>
          <a:stretch xmlns:a="http://schemas.openxmlformats.org/drawingml/2006/main"/>
        </p:blipFill>
        <p:spPr>
          <a:xfrm xmlns:a="http://schemas.openxmlformats.org/drawingml/2006/main">
            <a:off x="7677150" y="0"/>
            <a:ext cx="1466850" cy="146685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ABB6648E-001E-461C-AF59-D7E3B7D4A7A6}"/>
              </a:ext>
            </a:extLst>
          </p:cNvPr>
          <p:cNvPicPr>
            <a:picLocks xmlns:a="http://schemas.openxmlformats.org/drawingml/2006/main" noChangeAspect="1"/>
          </p:cNvPicPr>
          <p:nvPr/>
        </p:nvPicPr>
        <p:blipFill>
          <a:blip xmlns:r="http://schemas.openxmlformats.org/officeDocument/2006/relationships" xmlns:a="http://schemas.openxmlformats.org/drawingml/2006/main" r:embed="R7161009219b24632">
            <a:extLst>
              <a:ext uri="{96DAC541-7B7A-43D3-8B79-37D633B846F1}">
                <asvg:svgBlip xmlns:asvg="http://schemas.microsoft.com/office/drawing/2016/SVG/main" r:embed="R66112e13c9f94515"/>
              </a:ext>
            </a:extLst>
          </a:blip>
          <a:stretch xmlns:a="http://schemas.openxmlformats.org/drawingml/2006/main"/>
        </p:blipFill>
        <p:spPr>
          <a:xfrm xmlns:a="http://schemas.openxmlformats.org/drawingml/2006/main">
            <a:off x="0" y="3924300"/>
            <a:ext cx="1162050" cy="11620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FF46B71-342A-4504-A141-3C615916D175}"/>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7C3AED"/>
                </a:solidFill>
                <a:latin typeface="Century Gothic"/>
                <a:ea typeface="Century Gothic"/>
                <a:cs typeface="Century Gothic"/>
              </a:defRPr>
            </a:defPPr>
            <a:lvl1pPr>
              <a:defRPr sz="3000" b="1">
                <a:solidFill>
                  <a:srgbClr val="7C3AED"/>
                </a:solidFill>
                <a:latin typeface="Century Gothic"/>
                <a:ea typeface="Century Gothic"/>
                <a:cs typeface="Century Gothic"/>
              </a:defRPr>
            </a:lvl1pPr>
            <a:lvl2pPr>
              <a:defRPr sz="3000" b="1">
                <a:solidFill>
                  <a:srgbClr val="7C3AED"/>
                </a:solidFill>
                <a:latin typeface="Century Gothic"/>
                <a:ea typeface="Century Gothic"/>
                <a:cs typeface="Century Gothic"/>
              </a:defRPr>
            </a:lvl2pPr>
            <a:lvl3pPr>
              <a:defRPr sz="3000" b="1">
                <a:solidFill>
                  <a:srgbClr val="7C3AED"/>
                </a:solidFill>
                <a:latin typeface="Century Gothic"/>
                <a:ea typeface="Century Gothic"/>
                <a:cs typeface="Century Gothic"/>
              </a:defRPr>
            </a:lvl3pPr>
            <a:lvl4pPr>
              <a:defRPr sz="3000" b="1">
                <a:solidFill>
                  <a:srgbClr val="7C3AED"/>
                </a:solidFill>
                <a:latin typeface="Century Gothic"/>
                <a:ea typeface="Century Gothic"/>
                <a:cs typeface="Century Gothic"/>
              </a:defRPr>
            </a:lvl4pPr>
            <a:lvl5pPr>
              <a:defRPr sz="3000" b="1">
                <a:solidFill>
                  <a:srgbClr val="7C3AED"/>
                </a:solidFill>
                <a:latin typeface="Century Gothic"/>
                <a:ea typeface="Century Gothic"/>
                <a:cs typeface="Century Gothic"/>
              </a:defRPr>
            </a:lvl5pPr>
            <a:lvl6pPr>
              <a:defRPr sz="3000" b="1">
                <a:solidFill>
                  <a:srgbClr val="7C3AED"/>
                </a:solidFill>
                <a:latin typeface="Century Gothic"/>
                <a:ea typeface="Century Gothic"/>
                <a:cs typeface="Century Gothic"/>
              </a:defRPr>
            </a:lvl6pPr>
            <a:lvl7pPr>
              <a:defRPr sz="3000" b="1">
                <a:solidFill>
                  <a:srgbClr val="7C3AED"/>
                </a:solidFill>
                <a:latin typeface="Century Gothic"/>
                <a:ea typeface="Century Gothic"/>
                <a:cs typeface="Century Gothic"/>
              </a:defRPr>
            </a:lvl7pPr>
            <a:lvl8pPr>
              <a:defRPr sz="3000" b="1">
                <a:solidFill>
                  <a:srgbClr val="7C3AED"/>
                </a:solidFill>
                <a:latin typeface="Century Gothic"/>
                <a:ea typeface="Century Gothic"/>
                <a:cs typeface="Century Gothic"/>
              </a:defRPr>
            </a:lvl8pPr>
            <a:lvl9pPr>
              <a:defRPr sz="3000" b="1">
                <a:solidFill>
                  <a:srgbClr val="7C3AED"/>
                </a:solidFill>
                <a:latin typeface="Century Gothic"/>
                <a:ea typeface="Century Gothic"/>
                <a:cs typeface="Century Gothic"/>
              </a:defRPr>
            </a:lvl9pPr>
          </a:lstStyle>
          <a:p xmlns:a="http://schemas.openxmlformats.org/drawingml/2006/main">
            <a:pPr>
              <a:defRPr sz="3000" b="1">
                <a:solidFill>
                  <a:srgbClr val="7C3AED"/>
                </a:solidFill>
                <a:latin typeface="Century Gothic"/>
                <a:ea typeface="Century Gothic"/>
                <a:cs typeface="Century Gothic"/>
              </a:defRPr>
            </a:pPr>
            <a:r>
              <a:rPr sz="3000" b="1">
                <a:solidFill>
                  <a:srgbClr val="7C3AED"/>
                </a:solidFill>
                <a:latin typeface="Century Gothic"/>
                <a:ea typeface="Century Gothic"/>
                <a:cs typeface="Century Gothic"/>
              </a:rPr>
              <a:t>The scale of the problem</a:t>
            </a:r>
          </a:p>
        </p:txBody>
      </p:sp>
      <p:sp>
        <p:nvSpPr>
          <p:cNvPr id="4" name="">
            <a:extLst xmlns:a="http://schemas.openxmlformats.org/drawingml/2006/main">
              <a:ext uri="{FF2B5EF4-FFF2-40B4-BE49-F238E27FC236}">
                <a16:creationId xmlns:a16="http://schemas.microsoft.com/office/drawing/2014/main" id="{0505B50B-D465-4799-91BB-83C0EA34D157}"/>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7C3AED"/>
                </a:solidFill>
                <a:latin typeface="Century Gothic"/>
                <a:ea typeface="Century Gothic"/>
                <a:cs typeface="Century Gothic"/>
              </a:defRPr>
            </a:defPPr>
            <a:lvl1pPr>
              <a:defRPr sz="1050" b="0">
                <a:solidFill>
                  <a:srgbClr val="7C3AED"/>
                </a:solidFill>
                <a:latin typeface="Century Gothic"/>
                <a:ea typeface="Century Gothic"/>
                <a:cs typeface="Century Gothic"/>
              </a:defRPr>
            </a:lvl1pPr>
            <a:lvl2pPr>
              <a:defRPr sz="1050" b="0">
                <a:solidFill>
                  <a:srgbClr val="7C3AED"/>
                </a:solidFill>
                <a:latin typeface="Century Gothic"/>
                <a:ea typeface="Century Gothic"/>
                <a:cs typeface="Century Gothic"/>
              </a:defRPr>
            </a:lvl2pPr>
            <a:lvl3pPr>
              <a:defRPr sz="1050" b="0">
                <a:solidFill>
                  <a:srgbClr val="7C3AED"/>
                </a:solidFill>
                <a:latin typeface="Century Gothic"/>
                <a:ea typeface="Century Gothic"/>
                <a:cs typeface="Century Gothic"/>
              </a:defRPr>
            </a:lvl3pPr>
            <a:lvl4pPr>
              <a:defRPr sz="1050" b="0">
                <a:solidFill>
                  <a:srgbClr val="7C3AED"/>
                </a:solidFill>
                <a:latin typeface="Century Gothic"/>
                <a:ea typeface="Century Gothic"/>
                <a:cs typeface="Century Gothic"/>
              </a:defRPr>
            </a:lvl4pPr>
            <a:lvl5pPr>
              <a:defRPr sz="1050" b="0">
                <a:solidFill>
                  <a:srgbClr val="7C3AED"/>
                </a:solidFill>
                <a:latin typeface="Century Gothic"/>
                <a:ea typeface="Century Gothic"/>
                <a:cs typeface="Century Gothic"/>
              </a:defRPr>
            </a:lvl5pPr>
            <a:lvl6pPr>
              <a:defRPr sz="1050" b="0">
                <a:solidFill>
                  <a:srgbClr val="7C3AED"/>
                </a:solidFill>
                <a:latin typeface="Century Gothic"/>
                <a:ea typeface="Century Gothic"/>
                <a:cs typeface="Century Gothic"/>
              </a:defRPr>
            </a:lvl6pPr>
            <a:lvl7pPr>
              <a:defRPr sz="1050" b="0">
                <a:solidFill>
                  <a:srgbClr val="7C3AED"/>
                </a:solidFill>
                <a:latin typeface="Century Gothic"/>
                <a:ea typeface="Century Gothic"/>
                <a:cs typeface="Century Gothic"/>
              </a:defRPr>
            </a:lvl7pPr>
            <a:lvl8pPr>
              <a:defRPr sz="1050" b="0">
                <a:solidFill>
                  <a:srgbClr val="7C3AED"/>
                </a:solidFill>
                <a:latin typeface="Century Gothic"/>
                <a:ea typeface="Century Gothic"/>
                <a:cs typeface="Century Gothic"/>
              </a:defRPr>
            </a:lvl8pPr>
            <a:lvl9pPr>
              <a:defRPr sz="1050" b="0">
                <a:solidFill>
                  <a:srgbClr val="7C3AED"/>
                </a:solidFill>
                <a:latin typeface="Century Gothic"/>
                <a:ea typeface="Century Gothic"/>
                <a:cs typeface="Century Gothic"/>
              </a:defRPr>
            </a:lvl9pPr>
          </a:lstStyle>
          <a:p xmlns:a="http://schemas.openxmlformats.org/drawingml/2006/main">
            <a:pPr>
              <a:defRPr sz="1050" b="0">
                <a:solidFill>
                  <a:srgbClr val="7C3AED"/>
                </a:solidFill>
                <a:latin typeface="Century Gothic"/>
                <a:ea typeface="Century Gothic"/>
                <a:cs typeface="Century Gothic"/>
              </a:defRPr>
            </a:pPr>
            <a:r>
              <a:rPr sz="1050" b="0">
                <a:solidFill>
                  <a:srgbClr val="7C3AED"/>
                </a:solidFill>
                <a:latin typeface="Century Gothic"/>
                <a:ea typeface="Century Gothic"/>
                <a:cs typeface="Century Gothic"/>
              </a:rPr>
              <a:t>03</a:t>
            </a:r>
          </a:p>
        </p:txBody>
      </p:sp>
      <p:sp>
        <p:nvSpPr>
          <p:cNvPr id="5" name="">
            <a:extLst xmlns:a="http://schemas.openxmlformats.org/drawingml/2006/main">
              <a:ext uri="{FF2B5EF4-FFF2-40B4-BE49-F238E27FC236}">
                <a16:creationId xmlns:a16="http://schemas.microsoft.com/office/drawing/2014/main" id="{1416F2C3-FAAB-4885-826B-F7F4AD015B45}"/>
              </a:ext>
            </a:extLst>
          </p:cNvPr>
          <p:cNvSpPr>
            <a:spLocks xmlns:a="http://schemas.openxmlformats.org/drawingml/2006/main" noGrp="1"/>
          </p:cNvSpPr>
          <p:nvPr/>
        </p:nvSpPr>
        <p:spPr>
          <a:xfrm xmlns:a="http://schemas.openxmlformats.org/drawingml/2006/main">
            <a:off x="619125" y="1409700"/>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7C3AED"/>
                </a:solidFill>
                <a:latin typeface="Century Gothic"/>
                <a:ea typeface="Century Gothic"/>
                <a:cs typeface="Century Gothic"/>
              </a:defRPr>
            </a:defPPr>
            <a:lvl1pPr>
              <a:defRPr sz="4800" b="1">
                <a:solidFill>
                  <a:srgbClr val="7C3AED"/>
                </a:solidFill>
                <a:latin typeface="Century Gothic"/>
                <a:ea typeface="Century Gothic"/>
                <a:cs typeface="Century Gothic"/>
              </a:defRPr>
            </a:lvl1pPr>
            <a:lvl2pPr>
              <a:defRPr sz="4800" b="1">
                <a:solidFill>
                  <a:srgbClr val="7C3AED"/>
                </a:solidFill>
                <a:latin typeface="Century Gothic"/>
                <a:ea typeface="Century Gothic"/>
                <a:cs typeface="Century Gothic"/>
              </a:defRPr>
            </a:lvl2pPr>
            <a:lvl3pPr>
              <a:defRPr sz="4800" b="1">
                <a:solidFill>
                  <a:srgbClr val="7C3AED"/>
                </a:solidFill>
                <a:latin typeface="Century Gothic"/>
                <a:ea typeface="Century Gothic"/>
                <a:cs typeface="Century Gothic"/>
              </a:defRPr>
            </a:lvl3pPr>
            <a:lvl4pPr>
              <a:defRPr sz="4800" b="1">
                <a:solidFill>
                  <a:srgbClr val="7C3AED"/>
                </a:solidFill>
                <a:latin typeface="Century Gothic"/>
                <a:ea typeface="Century Gothic"/>
                <a:cs typeface="Century Gothic"/>
              </a:defRPr>
            </a:lvl4pPr>
            <a:lvl5pPr>
              <a:defRPr sz="4800" b="1">
                <a:solidFill>
                  <a:srgbClr val="7C3AED"/>
                </a:solidFill>
                <a:latin typeface="Century Gothic"/>
                <a:ea typeface="Century Gothic"/>
                <a:cs typeface="Century Gothic"/>
              </a:defRPr>
            </a:lvl5pPr>
            <a:lvl6pPr>
              <a:defRPr sz="4800" b="1">
                <a:solidFill>
                  <a:srgbClr val="7C3AED"/>
                </a:solidFill>
                <a:latin typeface="Century Gothic"/>
                <a:ea typeface="Century Gothic"/>
                <a:cs typeface="Century Gothic"/>
              </a:defRPr>
            </a:lvl6pPr>
            <a:lvl7pPr>
              <a:defRPr sz="4800" b="1">
                <a:solidFill>
                  <a:srgbClr val="7C3AED"/>
                </a:solidFill>
                <a:latin typeface="Century Gothic"/>
                <a:ea typeface="Century Gothic"/>
                <a:cs typeface="Century Gothic"/>
              </a:defRPr>
            </a:lvl7pPr>
            <a:lvl8pPr>
              <a:defRPr sz="4800" b="1">
                <a:solidFill>
                  <a:srgbClr val="7C3AED"/>
                </a:solidFill>
                <a:latin typeface="Century Gothic"/>
                <a:ea typeface="Century Gothic"/>
                <a:cs typeface="Century Gothic"/>
              </a:defRPr>
            </a:lvl8pPr>
            <a:lvl9pPr>
              <a:defRPr sz="4800" b="1">
                <a:solidFill>
                  <a:srgbClr val="7C3AED"/>
                </a:solidFill>
                <a:latin typeface="Century Gothic"/>
                <a:ea typeface="Century Gothic"/>
                <a:cs typeface="Century Gothic"/>
              </a:defRPr>
            </a:lvl9pPr>
          </a:lstStyle>
          <a:p xmlns:a="http://schemas.openxmlformats.org/drawingml/2006/main">
            <a:pPr>
              <a:defRPr sz="4800" b="1">
                <a:solidFill>
                  <a:srgbClr val="7C3AED"/>
                </a:solidFill>
                <a:latin typeface="Century Gothic"/>
                <a:ea typeface="Century Gothic"/>
                <a:cs typeface="Century Gothic"/>
              </a:defRPr>
            </a:pPr>
            <a:r>
              <a:rPr sz="4800" b="1">
                <a:solidFill>
                  <a:srgbClr val="7C3AED"/>
                </a:solidFill>
                <a:latin typeface="Century Gothic"/>
                <a:ea typeface="Century Gothic"/>
                <a:cs typeface="Century Gothic"/>
              </a:rPr>
              <a:t>3.8 million</a:t>
            </a:r>
          </a:p>
        </p:txBody>
      </p:sp>
      <p:sp>
        <p:nvSpPr>
          <p:cNvPr id="6" name="">
            <a:extLst xmlns:a="http://schemas.openxmlformats.org/drawingml/2006/main">
              <a:ext uri="{FF2B5EF4-FFF2-40B4-BE49-F238E27FC236}">
                <a16:creationId xmlns:a16="http://schemas.microsoft.com/office/drawing/2014/main" id="{38D21D55-813E-41A4-8434-C3FCF1F1A029}"/>
              </a:ext>
            </a:extLst>
          </p:cNvPr>
          <p:cNvSpPr>
            <a:spLocks xmlns:a="http://schemas.openxmlformats.org/drawingml/2006/main" noGrp="1"/>
          </p:cNvSpPr>
          <p:nvPr/>
        </p:nvSpPr>
        <p:spPr>
          <a:xfrm xmlns:a="http://schemas.openxmlformats.org/drawingml/2006/main">
            <a:off x="647700" y="2381250"/>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A2E"/>
                </a:solidFill>
                <a:latin typeface="Century Gothic"/>
                <a:ea typeface="Century Gothic"/>
                <a:cs typeface="Century Gothic"/>
              </a:defRPr>
            </a:defPPr>
            <a:lvl1pPr>
              <a:defRPr sz="2025" b="0">
                <a:solidFill>
                  <a:srgbClr val="1A1A2E"/>
                </a:solidFill>
                <a:latin typeface="Century Gothic"/>
                <a:ea typeface="Century Gothic"/>
                <a:cs typeface="Century Gothic"/>
              </a:defRPr>
            </a:lvl1pPr>
            <a:lvl2pPr>
              <a:defRPr sz="2025" b="0">
                <a:solidFill>
                  <a:srgbClr val="1A1A2E"/>
                </a:solidFill>
                <a:latin typeface="Century Gothic"/>
                <a:ea typeface="Century Gothic"/>
                <a:cs typeface="Century Gothic"/>
              </a:defRPr>
            </a:lvl2pPr>
            <a:lvl3pPr>
              <a:defRPr sz="2025" b="0">
                <a:solidFill>
                  <a:srgbClr val="1A1A2E"/>
                </a:solidFill>
                <a:latin typeface="Century Gothic"/>
                <a:ea typeface="Century Gothic"/>
                <a:cs typeface="Century Gothic"/>
              </a:defRPr>
            </a:lvl3pPr>
            <a:lvl4pPr>
              <a:defRPr sz="2025" b="0">
                <a:solidFill>
                  <a:srgbClr val="1A1A2E"/>
                </a:solidFill>
                <a:latin typeface="Century Gothic"/>
                <a:ea typeface="Century Gothic"/>
                <a:cs typeface="Century Gothic"/>
              </a:defRPr>
            </a:lvl4pPr>
            <a:lvl5pPr>
              <a:defRPr sz="2025" b="0">
                <a:solidFill>
                  <a:srgbClr val="1A1A2E"/>
                </a:solidFill>
                <a:latin typeface="Century Gothic"/>
                <a:ea typeface="Century Gothic"/>
                <a:cs typeface="Century Gothic"/>
              </a:defRPr>
            </a:lvl5pPr>
            <a:lvl6pPr>
              <a:defRPr sz="2025" b="0">
                <a:solidFill>
                  <a:srgbClr val="1A1A2E"/>
                </a:solidFill>
                <a:latin typeface="Century Gothic"/>
                <a:ea typeface="Century Gothic"/>
                <a:cs typeface="Century Gothic"/>
              </a:defRPr>
            </a:lvl6pPr>
            <a:lvl7pPr>
              <a:defRPr sz="2025" b="0">
                <a:solidFill>
                  <a:srgbClr val="1A1A2E"/>
                </a:solidFill>
                <a:latin typeface="Century Gothic"/>
                <a:ea typeface="Century Gothic"/>
                <a:cs typeface="Century Gothic"/>
              </a:defRPr>
            </a:lvl7pPr>
            <a:lvl8pPr>
              <a:defRPr sz="2025" b="0">
                <a:solidFill>
                  <a:srgbClr val="1A1A2E"/>
                </a:solidFill>
                <a:latin typeface="Century Gothic"/>
                <a:ea typeface="Century Gothic"/>
                <a:cs typeface="Century Gothic"/>
              </a:defRPr>
            </a:lvl8pPr>
            <a:lvl9pPr>
              <a:defRPr sz="2025" b="0">
                <a:solidFill>
                  <a:srgbClr val="1A1A2E"/>
                </a:solidFill>
                <a:latin typeface="Century Gothic"/>
                <a:ea typeface="Century Gothic"/>
                <a:cs typeface="Century Gothic"/>
              </a:defRPr>
            </a:lvl9pPr>
          </a:lstStyle>
          <a:p xmlns:a="http://schemas.openxmlformats.org/drawingml/2006/main">
            <a:pPr>
              <a:defRPr sz="2025" b="0">
                <a:solidFill>
                  <a:srgbClr val="1A1A2E"/>
                </a:solidFill>
                <a:latin typeface="Century Gothic"/>
                <a:ea typeface="Century Gothic"/>
                <a:cs typeface="Century Gothic"/>
              </a:defRPr>
            </a:pPr>
            <a:r>
              <a:rPr sz="2025" b="0">
                <a:solidFill>
                  <a:srgbClr val="1A1A2E"/>
                </a:solidFill>
                <a:latin typeface="Century Gothic"/>
                <a:ea typeface="Century Gothic"/>
                <a:cs typeface="Century Gothic"/>
              </a:rPr>
              <a:t>phishing attacks observed</a:t>
            </a:r>
          </a:p>
          <a:p xmlns:a="http://schemas.openxmlformats.org/drawingml/2006/main">
            <a:pPr>
              <a:defRPr sz="2025" b="0">
                <a:solidFill>
                  <a:srgbClr val="1A1A2E"/>
                </a:solidFill>
                <a:latin typeface="Century Gothic"/>
                <a:ea typeface="Century Gothic"/>
                <a:cs typeface="Century Gothic"/>
              </a:defRPr>
            </a:pPr>
            <a:r>
              <a:rPr sz="2025" b="0">
                <a:solidFill>
                  <a:srgbClr val="1A1A2E"/>
                </a:solidFill>
                <a:latin typeface="Century Gothic"/>
                <a:ea typeface="Century Gothic"/>
                <a:cs typeface="Century Gothic"/>
              </a:rPr>
              <a:t>by APWG during 2025</a:t>
            </a:r>
          </a:p>
        </p:txBody>
      </p:sp>
      <p:sp>
        <p:nvSpPr>
          <p:cNvPr id="7" name="">
            <a:extLst xmlns:a="http://schemas.openxmlformats.org/drawingml/2006/main">
              <a:ext uri="{FF2B5EF4-FFF2-40B4-BE49-F238E27FC236}">
                <a16:creationId xmlns:a16="http://schemas.microsoft.com/office/drawing/2014/main" id="{3D0BA047-D3B4-45FF-87CC-ADFE89446ACD}"/>
              </a:ext>
            </a:extLst>
          </p:cNvPr>
          <p:cNvSpPr>
            <a:spLocks xmlns:a="http://schemas.openxmlformats.org/drawingml/2006/main" noGrp="1"/>
          </p:cNvSpPr>
          <p:nvPr/>
        </p:nvSpPr>
        <p:spPr>
          <a:xfrm xmlns:a="http://schemas.openxmlformats.org/drawingml/2006/main">
            <a:off x="4857750" y="1409700"/>
            <a:ext cx="3952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425" b="1">
                <a:solidFill>
                  <a:srgbClr val="7C3AED"/>
                </a:solidFill>
                <a:latin typeface="Century Gothic"/>
                <a:ea typeface="Century Gothic"/>
                <a:cs typeface="Century Gothic"/>
              </a:defRPr>
            </a:defPPr>
            <a:lvl1pPr>
              <a:defRPr sz="4425" b="1">
                <a:solidFill>
                  <a:srgbClr val="7C3AED"/>
                </a:solidFill>
                <a:latin typeface="Century Gothic"/>
                <a:ea typeface="Century Gothic"/>
                <a:cs typeface="Century Gothic"/>
              </a:defRPr>
            </a:lvl1pPr>
            <a:lvl2pPr>
              <a:defRPr sz="4425" b="1">
                <a:solidFill>
                  <a:srgbClr val="7C3AED"/>
                </a:solidFill>
                <a:latin typeface="Century Gothic"/>
                <a:ea typeface="Century Gothic"/>
                <a:cs typeface="Century Gothic"/>
              </a:defRPr>
            </a:lvl2pPr>
            <a:lvl3pPr>
              <a:defRPr sz="4425" b="1">
                <a:solidFill>
                  <a:srgbClr val="7C3AED"/>
                </a:solidFill>
                <a:latin typeface="Century Gothic"/>
                <a:ea typeface="Century Gothic"/>
                <a:cs typeface="Century Gothic"/>
              </a:defRPr>
            </a:lvl3pPr>
            <a:lvl4pPr>
              <a:defRPr sz="4425" b="1">
                <a:solidFill>
                  <a:srgbClr val="7C3AED"/>
                </a:solidFill>
                <a:latin typeface="Century Gothic"/>
                <a:ea typeface="Century Gothic"/>
                <a:cs typeface="Century Gothic"/>
              </a:defRPr>
            </a:lvl4pPr>
            <a:lvl5pPr>
              <a:defRPr sz="4425" b="1">
                <a:solidFill>
                  <a:srgbClr val="7C3AED"/>
                </a:solidFill>
                <a:latin typeface="Century Gothic"/>
                <a:ea typeface="Century Gothic"/>
                <a:cs typeface="Century Gothic"/>
              </a:defRPr>
            </a:lvl5pPr>
            <a:lvl6pPr>
              <a:defRPr sz="4425" b="1">
                <a:solidFill>
                  <a:srgbClr val="7C3AED"/>
                </a:solidFill>
                <a:latin typeface="Century Gothic"/>
                <a:ea typeface="Century Gothic"/>
                <a:cs typeface="Century Gothic"/>
              </a:defRPr>
            </a:lvl6pPr>
            <a:lvl7pPr>
              <a:defRPr sz="4425" b="1">
                <a:solidFill>
                  <a:srgbClr val="7C3AED"/>
                </a:solidFill>
                <a:latin typeface="Century Gothic"/>
                <a:ea typeface="Century Gothic"/>
                <a:cs typeface="Century Gothic"/>
              </a:defRPr>
            </a:lvl7pPr>
            <a:lvl8pPr>
              <a:defRPr sz="4425" b="1">
                <a:solidFill>
                  <a:srgbClr val="7C3AED"/>
                </a:solidFill>
                <a:latin typeface="Century Gothic"/>
                <a:ea typeface="Century Gothic"/>
                <a:cs typeface="Century Gothic"/>
              </a:defRPr>
            </a:lvl8pPr>
            <a:lvl9pPr>
              <a:defRPr sz="4425" b="1">
                <a:solidFill>
                  <a:srgbClr val="7C3AED"/>
                </a:solidFill>
                <a:latin typeface="Century Gothic"/>
                <a:ea typeface="Century Gothic"/>
                <a:cs typeface="Century Gothic"/>
              </a:defRPr>
            </a:lvl9pPr>
          </a:lstStyle>
          <a:p xmlns:a="http://schemas.openxmlformats.org/drawingml/2006/main">
            <a:pPr>
              <a:defRPr sz="4425" b="1">
                <a:solidFill>
                  <a:srgbClr val="7C3AED"/>
                </a:solidFill>
                <a:latin typeface="Century Gothic"/>
                <a:ea typeface="Century Gothic"/>
                <a:cs typeface="Century Gothic"/>
              </a:defRPr>
            </a:pPr>
            <a:r>
              <a:rPr sz="4425" b="1">
                <a:solidFill>
                  <a:srgbClr val="7C3AED"/>
                </a:solidFill>
                <a:latin typeface="Century Gothic"/>
                <a:ea typeface="Century Gothic"/>
                <a:cs typeface="Century Gothic"/>
              </a:rPr>
              <a:t>$2.77 billion</a:t>
            </a:r>
          </a:p>
        </p:txBody>
      </p:sp>
      <p:sp>
        <p:nvSpPr>
          <p:cNvPr id="8" name="">
            <a:extLst xmlns:a="http://schemas.openxmlformats.org/drawingml/2006/main">
              <a:ext uri="{FF2B5EF4-FFF2-40B4-BE49-F238E27FC236}">
                <a16:creationId xmlns:a16="http://schemas.microsoft.com/office/drawing/2014/main" id="{51FCA9F3-2D72-4B3A-827D-83924CB21588}"/>
              </a:ext>
            </a:extLst>
          </p:cNvPr>
          <p:cNvSpPr>
            <a:spLocks xmlns:a="http://schemas.openxmlformats.org/drawingml/2006/main" noGrp="1"/>
          </p:cNvSpPr>
          <p:nvPr/>
        </p:nvSpPr>
        <p:spPr>
          <a:xfrm xmlns:a="http://schemas.openxmlformats.org/drawingml/2006/main">
            <a:off x="4905375" y="2381250"/>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A2E"/>
                </a:solidFill>
                <a:latin typeface="Century Gothic"/>
                <a:ea typeface="Century Gothic"/>
                <a:cs typeface="Century Gothic"/>
              </a:defRPr>
            </a:defPPr>
            <a:lvl1pPr>
              <a:defRPr sz="2025" b="0">
                <a:solidFill>
                  <a:srgbClr val="1A1A2E"/>
                </a:solidFill>
                <a:latin typeface="Century Gothic"/>
                <a:ea typeface="Century Gothic"/>
                <a:cs typeface="Century Gothic"/>
              </a:defRPr>
            </a:lvl1pPr>
            <a:lvl2pPr>
              <a:defRPr sz="2025" b="0">
                <a:solidFill>
                  <a:srgbClr val="1A1A2E"/>
                </a:solidFill>
                <a:latin typeface="Century Gothic"/>
                <a:ea typeface="Century Gothic"/>
                <a:cs typeface="Century Gothic"/>
              </a:defRPr>
            </a:lvl2pPr>
            <a:lvl3pPr>
              <a:defRPr sz="2025" b="0">
                <a:solidFill>
                  <a:srgbClr val="1A1A2E"/>
                </a:solidFill>
                <a:latin typeface="Century Gothic"/>
                <a:ea typeface="Century Gothic"/>
                <a:cs typeface="Century Gothic"/>
              </a:defRPr>
            </a:lvl3pPr>
            <a:lvl4pPr>
              <a:defRPr sz="2025" b="0">
                <a:solidFill>
                  <a:srgbClr val="1A1A2E"/>
                </a:solidFill>
                <a:latin typeface="Century Gothic"/>
                <a:ea typeface="Century Gothic"/>
                <a:cs typeface="Century Gothic"/>
              </a:defRPr>
            </a:lvl4pPr>
            <a:lvl5pPr>
              <a:defRPr sz="2025" b="0">
                <a:solidFill>
                  <a:srgbClr val="1A1A2E"/>
                </a:solidFill>
                <a:latin typeface="Century Gothic"/>
                <a:ea typeface="Century Gothic"/>
                <a:cs typeface="Century Gothic"/>
              </a:defRPr>
            </a:lvl5pPr>
            <a:lvl6pPr>
              <a:defRPr sz="2025" b="0">
                <a:solidFill>
                  <a:srgbClr val="1A1A2E"/>
                </a:solidFill>
                <a:latin typeface="Century Gothic"/>
                <a:ea typeface="Century Gothic"/>
                <a:cs typeface="Century Gothic"/>
              </a:defRPr>
            </a:lvl6pPr>
            <a:lvl7pPr>
              <a:defRPr sz="2025" b="0">
                <a:solidFill>
                  <a:srgbClr val="1A1A2E"/>
                </a:solidFill>
                <a:latin typeface="Century Gothic"/>
                <a:ea typeface="Century Gothic"/>
                <a:cs typeface="Century Gothic"/>
              </a:defRPr>
            </a:lvl7pPr>
            <a:lvl8pPr>
              <a:defRPr sz="2025" b="0">
                <a:solidFill>
                  <a:srgbClr val="1A1A2E"/>
                </a:solidFill>
                <a:latin typeface="Century Gothic"/>
                <a:ea typeface="Century Gothic"/>
                <a:cs typeface="Century Gothic"/>
              </a:defRPr>
            </a:lvl8pPr>
            <a:lvl9pPr>
              <a:defRPr sz="2025" b="0">
                <a:solidFill>
                  <a:srgbClr val="1A1A2E"/>
                </a:solidFill>
                <a:latin typeface="Century Gothic"/>
                <a:ea typeface="Century Gothic"/>
                <a:cs typeface="Century Gothic"/>
              </a:defRPr>
            </a:lvl9pPr>
          </a:lstStyle>
          <a:p xmlns:a="http://schemas.openxmlformats.org/drawingml/2006/main">
            <a:pPr>
              <a:defRPr sz="2025" b="0">
                <a:solidFill>
                  <a:srgbClr val="1A1A2E"/>
                </a:solidFill>
                <a:latin typeface="Century Gothic"/>
                <a:ea typeface="Century Gothic"/>
                <a:cs typeface="Century Gothic"/>
              </a:defRPr>
            </a:pPr>
            <a:r>
              <a:rPr sz="2025" b="0">
                <a:solidFill>
                  <a:srgbClr val="1A1A2E"/>
                </a:solidFill>
                <a:latin typeface="Century Gothic"/>
                <a:ea typeface="Century Gothic"/>
                <a:cs typeface="Century Gothic"/>
              </a:rPr>
              <a:t>reported losses from business</a:t>
            </a:r>
          </a:p>
          <a:p xmlns:a="http://schemas.openxmlformats.org/drawingml/2006/main">
            <a:pPr>
              <a:defRPr sz="2025" b="0">
                <a:solidFill>
                  <a:srgbClr val="1A1A2E"/>
                </a:solidFill>
                <a:latin typeface="Century Gothic"/>
                <a:ea typeface="Century Gothic"/>
                <a:cs typeface="Century Gothic"/>
              </a:defRPr>
            </a:pPr>
            <a:r>
              <a:rPr sz="2025" b="0">
                <a:solidFill>
                  <a:srgbClr val="1A1A2E"/>
                </a:solidFill>
                <a:latin typeface="Century Gothic"/>
                <a:ea typeface="Century Gothic"/>
                <a:cs typeface="Century Gothic"/>
              </a:rPr>
              <a:t>email scams in 2024</a:t>
            </a:r>
          </a:p>
        </p:txBody>
      </p:sp>
      <p:sp>
        <p:nvSpPr>
          <p:cNvPr id="9" name="">
            <a:extLst xmlns:a="http://schemas.openxmlformats.org/drawingml/2006/main">
              <a:ext uri="{FF2B5EF4-FFF2-40B4-BE49-F238E27FC236}">
                <a16:creationId xmlns:a16="http://schemas.microsoft.com/office/drawing/2014/main" id="{F736445B-864C-4D5A-B90E-DDAA62078F40}"/>
              </a:ext>
            </a:extLst>
          </p:cNvPr>
          <p:cNvSpPr>
            <a:spLocks xmlns:a="http://schemas.openxmlformats.org/drawingml/2006/main" noGrp="1"/>
          </p:cNvSpPr>
          <p:nvPr/>
        </p:nvSpPr>
        <p:spPr>
          <a:xfrm xmlns:a="http://schemas.openxmlformats.org/drawingml/2006/main">
            <a:off x="647700" y="3667125"/>
            <a:ext cx="766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616477"/>
                </a:solidFill>
                <a:latin typeface="Century Gothic"/>
                <a:ea typeface="Century Gothic"/>
                <a:cs typeface="Century Gothic"/>
              </a:defRPr>
            </a:defPPr>
            <a:lvl1pPr>
              <a:defRPr sz="2025" b="0">
                <a:solidFill>
                  <a:srgbClr val="616477"/>
                </a:solidFill>
                <a:latin typeface="Century Gothic"/>
                <a:ea typeface="Century Gothic"/>
                <a:cs typeface="Century Gothic"/>
              </a:defRPr>
            </a:lvl1pPr>
            <a:lvl2pPr>
              <a:defRPr sz="2025" b="0">
                <a:solidFill>
                  <a:srgbClr val="616477"/>
                </a:solidFill>
                <a:latin typeface="Century Gothic"/>
                <a:ea typeface="Century Gothic"/>
                <a:cs typeface="Century Gothic"/>
              </a:defRPr>
            </a:lvl2pPr>
            <a:lvl3pPr>
              <a:defRPr sz="2025" b="0">
                <a:solidFill>
                  <a:srgbClr val="616477"/>
                </a:solidFill>
                <a:latin typeface="Century Gothic"/>
                <a:ea typeface="Century Gothic"/>
                <a:cs typeface="Century Gothic"/>
              </a:defRPr>
            </a:lvl3pPr>
            <a:lvl4pPr>
              <a:defRPr sz="2025" b="0">
                <a:solidFill>
                  <a:srgbClr val="616477"/>
                </a:solidFill>
                <a:latin typeface="Century Gothic"/>
                <a:ea typeface="Century Gothic"/>
                <a:cs typeface="Century Gothic"/>
              </a:defRPr>
            </a:lvl4pPr>
            <a:lvl5pPr>
              <a:defRPr sz="2025" b="0">
                <a:solidFill>
                  <a:srgbClr val="616477"/>
                </a:solidFill>
                <a:latin typeface="Century Gothic"/>
                <a:ea typeface="Century Gothic"/>
                <a:cs typeface="Century Gothic"/>
              </a:defRPr>
            </a:lvl5pPr>
            <a:lvl6pPr>
              <a:defRPr sz="2025" b="0">
                <a:solidFill>
                  <a:srgbClr val="616477"/>
                </a:solidFill>
                <a:latin typeface="Century Gothic"/>
                <a:ea typeface="Century Gothic"/>
                <a:cs typeface="Century Gothic"/>
              </a:defRPr>
            </a:lvl6pPr>
            <a:lvl7pPr>
              <a:defRPr sz="2025" b="0">
                <a:solidFill>
                  <a:srgbClr val="616477"/>
                </a:solidFill>
                <a:latin typeface="Century Gothic"/>
                <a:ea typeface="Century Gothic"/>
                <a:cs typeface="Century Gothic"/>
              </a:defRPr>
            </a:lvl7pPr>
            <a:lvl8pPr>
              <a:defRPr sz="2025" b="0">
                <a:solidFill>
                  <a:srgbClr val="616477"/>
                </a:solidFill>
                <a:latin typeface="Century Gothic"/>
                <a:ea typeface="Century Gothic"/>
                <a:cs typeface="Century Gothic"/>
              </a:defRPr>
            </a:lvl8pPr>
            <a:lvl9pPr>
              <a:defRPr sz="2025" b="0">
                <a:solidFill>
                  <a:srgbClr val="616477"/>
                </a:solidFill>
                <a:latin typeface="Century Gothic"/>
                <a:ea typeface="Century Gothic"/>
                <a:cs typeface="Century Gothic"/>
              </a:defRPr>
            </a:lvl9pPr>
          </a:lstStyle>
          <a:p xmlns:a="http://schemas.openxmlformats.org/drawingml/2006/main">
            <a:pPr>
              <a:defRPr sz="2025" b="0">
                <a:solidFill>
                  <a:srgbClr val="616477"/>
                </a:solidFill>
                <a:latin typeface="Century Gothic"/>
                <a:ea typeface="Century Gothic"/>
                <a:cs typeface="Century Gothic"/>
              </a:defRPr>
            </a:pPr>
            <a:r>
              <a:rPr sz="2025" b="0">
                <a:solidFill>
                  <a:srgbClr val="616477"/>
                </a:solidFill>
                <a:latin typeface="Century Gothic"/>
                <a:ea typeface="Century Gothic"/>
                <a:cs typeface="Century Gothic"/>
              </a:rPr>
              <a:t>A believable request can put money and personal details at risk.</a:t>
            </a:r>
          </a:p>
        </p:txBody>
      </p:sp>
      <p:sp>
        <p:nvSpPr>
          <p:cNvPr id="10" name="">
            <a:extLst xmlns:a="http://schemas.openxmlformats.org/drawingml/2006/main">
              <a:ext uri="{FF2B5EF4-FFF2-40B4-BE49-F238E27FC236}">
                <a16:creationId xmlns:a16="http://schemas.microsoft.com/office/drawing/2014/main" id="{9C7FFFFA-DBD7-4813-9AE6-01A1DC035947}"/>
              </a:ext>
            </a:extLst>
          </p:cNvPr>
          <p:cNvSpPr>
            <a:spLocks xmlns:a="http://schemas.openxmlformats.org/drawingml/2006/main" noGrp="1"/>
          </p:cNvSpPr>
          <p:nvPr/>
        </p:nvSpPr>
        <p:spPr>
          <a:xfrm xmlns:a="http://schemas.openxmlformats.org/drawingml/2006/main">
            <a:off x="647700" y="44100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477"/>
                </a:solidFill>
                <a:latin typeface="Century Gothic"/>
                <a:ea typeface="Century Gothic"/>
                <a:cs typeface="Century Gothic"/>
              </a:defRPr>
            </a:defPPr>
            <a:lvl1pPr>
              <a:defRPr sz="1200" b="0">
                <a:solidFill>
                  <a:srgbClr val="616477"/>
                </a:solidFill>
                <a:latin typeface="Century Gothic"/>
                <a:ea typeface="Century Gothic"/>
                <a:cs typeface="Century Gothic"/>
              </a:defRPr>
            </a:lvl1pPr>
            <a:lvl2pPr>
              <a:defRPr sz="1200" b="0">
                <a:solidFill>
                  <a:srgbClr val="616477"/>
                </a:solidFill>
                <a:latin typeface="Century Gothic"/>
                <a:ea typeface="Century Gothic"/>
                <a:cs typeface="Century Gothic"/>
              </a:defRPr>
            </a:lvl2pPr>
            <a:lvl3pPr>
              <a:defRPr sz="1200" b="0">
                <a:solidFill>
                  <a:srgbClr val="616477"/>
                </a:solidFill>
                <a:latin typeface="Century Gothic"/>
                <a:ea typeface="Century Gothic"/>
                <a:cs typeface="Century Gothic"/>
              </a:defRPr>
            </a:lvl3pPr>
            <a:lvl4pPr>
              <a:defRPr sz="1200" b="0">
                <a:solidFill>
                  <a:srgbClr val="616477"/>
                </a:solidFill>
                <a:latin typeface="Century Gothic"/>
                <a:ea typeface="Century Gothic"/>
                <a:cs typeface="Century Gothic"/>
              </a:defRPr>
            </a:lvl4pPr>
            <a:lvl5pPr>
              <a:defRPr sz="1200" b="0">
                <a:solidFill>
                  <a:srgbClr val="616477"/>
                </a:solidFill>
                <a:latin typeface="Century Gothic"/>
                <a:ea typeface="Century Gothic"/>
                <a:cs typeface="Century Gothic"/>
              </a:defRPr>
            </a:lvl5pPr>
            <a:lvl6pPr>
              <a:defRPr sz="1200" b="0">
                <a:solidFill>
                  <a:srgbClr val="616477"/>
                </a:solidFill>
                <a:latin typeface="Century Gothic"/>
                <a:ea typeface="Century Gothic"/>
                <a:cs typeface="Century Gothic"/>
              </a:defRPr>
            </a:lvl6pPr>
            <a:lvl7pPr>
              <a:defRPr sz="1200" b="0">
                <a:solidFill>
                  <a:srgbClr val="616477"/>
                </a:solidFill>
                <a:latin typeface="Century Gothic"/>
                <a:ea typeface="Century Gothic"/>
                <a:cs typeface="Century Gothic"/>
              </a:defRPr>
            </a:lvl7pPr>
            <a:lvl8pPr>
              <a:defRPr sz="1200" b="0">
                <a:solidFill>
                  <a:srgbClr val="616477"/>
                </a:solidFill>
                <a:latin typeface="Century Gothic"/>
                <a:ea typeface="Century Gothic"/>
                <a:cs typeface="Century Gothic"/>
              </a:defRPr>
            </a:lvl8pPr>
            <a:lvl9pPr>
              <a:defRPr sz="1200" b="0">
                <a:solidFill>
                  <a:srgbClr val="616477"/>
                </a:solidFill>
                <a:latin typeface="Century Gothic"/>
                <a:ea typeface="Century Gothic"/>
                <a:cs typeface="Century Gothic"/>
              </a:defRPr>
            </a:lvl9pPr>
          </a:lstStyle>
          <a:p xmlns:a="http://schemas.openxmlformats.org/drawingml/2006/main">
            <a:pPr>
              <a:defRPr sz="1200" b="0">
                <a:solidFill>
                  <a:srgbClr val="616477"/>
                </a:solidFill>
                <a:latin typeface="Century Gothic"/>
                <a:ea typeface="Century Gothic"/>
                <a:cs typeface="Century Gothic"/>
              </a:defRPr>
            </a:pPr>
            <a:r>
              <a:rPr sz="1200" b="0">
                <a:solidFill>
                  <a:srgbClr val="616477"/>
                </a:solidFill>
                <a:latin typeface="Century Gothic"/>
                <a:ea typeface="Century Gothic"/>
                <a:cs typeface="Century Gothic"/>
              </a:rPr>
              <a:t>Sources: APWG Q4 2025 report and FBI IC3 2024 report</a:t>
            </a:r>
          </a:p>
        </p:txBody>
      </p:sp>
    </p:spTree>
    <p:extLst>
      <p:ext uri="{BB962C8B-B14F-4D97-AF65-F5344CB8AC3E}">
        <p14:creationId xmlns:p14="http://schemas.microsoft.com/office/powerpoint/2010/main" val="10848417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4221B1CA-3AB9-4C04-8921-971AB2DD06D8}"/>
              </a:ext>
            </a:extLst>
          </p:cNvPr>
          <p:cNvPicPr>
            <a:picLocks xmlns:a="http://schemas.openxmlformats.org/drawingml/2006/main" noChangeAspect="1"/>
          </p:cNvPicPr>
          <p:nvPr/>
        </p:nvPicPr>
        <p:blipFill>
          <a:blip xmlns:r="http://schemas.openxmlformats.org/officeDocument/2006/relationships" xmlns:a="http://schemas.openxmlformats.org/drawingml/2006/main" r:embed="R75169a2dafb14be9">
            <a:extLst>
              <a:ext uri="{96DAC541-7B7A-43D3-8B79-37D633B846F1}">
                <asvg:svgBlip xmlns:asvg="http://schemas.microsoft.com/office/drawing/2016/SVG/main" r:embed="R37ffc681197c47dd"/>
              </a:ext>
            </a:extLst>
          </a:blip>
          <a:stretch xmlns:a="http://schemas.openxmlformats.org/drawingml/2006/main"/>
        </p:blipFill>
        <p:spPr>
          <a:xfrm xmlns:a="http://schemas.openxmlformats.org/drawingml/2006/main">
            <a:off x="7677150" y="0"/>
            <a:ext cx="1466850" cy="146685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D1D6766A-CA91-49C0-AEE1-679AA37B5751}"/>
              </a:ext>
            </a:extLst>
          </p:cNvPr>
          <p:cNvPicPr>
            <a:picLocks xmlns:a="http://schemas.openxmlformats.org/drawingml/2006/main" noChangeAspect="1"/>
          </p:cNvPicPr>
          <p:nvPr/>
        </p:nvPicPr>
        <p:blipFill>
          <a:blip xmlns:r="http://schemas.openxmlformats.org/officeDocument/2006/relationships" xmlns:a="http://schemas.openxmlformats.org/drawingml/2006/main" r:embed="R92d6d6910e58429b">
            <a:extLst>
              <a:ext uri="{96DAC541-7B7A-43D3-8B79-37D633B846F1}">
                <asvg:svgBlip xmlns:asvg="http://schemas.microsoft.com/office/drawing/2016/SVG/main" r:embed="Rc308abccafc44362"/>
              </a:ext>
            </a:extLst>
          </a:blip>
          <a:stretch xmlns:a="http://schemas.openxmlformats.org/drawingml/2006/main"/>
        </p:blipFill>
        <p:spPr>
          <a:xfrm xmlns:a="http://schemas.openxmlformats.org/drawingml/2006/main">
            <a:off x="0" y="3924300"/>
            <a:ext cx="1162050" cy="11620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E3D737F-3B08-4B03-90D5-0187AA6FBD5E}"/>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7C3AED"/>
                </a:solidFill>
                <a:latin typeface="Century Gothic"/>
                <a:ea typeface="Century Gothic"/>
                <a:cs typeface="Century Gothic"/>
              </a:defRPr>
            </a:defPPr>
            <a:lvl1pPr>
              <a:defRPr sz="3000" b="1">
                <a:solidFill>
                  <a:srgbClr val="7C3AED"/>
                </a:solidFill>
                <a:latin typeface="Century Gothic"/>
                <a:ea typeface="Century Gothic"/>
                <a:cs typeface="Century Gothic"/>
              </a:defRPr>
            </a:lvl1pPr>
            <a:lvl2pPr>
              <a:defRPr sz="3000" b="1">
                <a:solidFill>
                  <a:srgbClr val="7C3AED"/>
                </a:solidFill>
                <a:latin typeface="Century Gothic"/>
                <a:ea typeface="Century Gothic"/>
                <a:cs typeface="Century Gothic"/>
              </a:defRPr>
            </a:lvl2pPr>
            <a:lvl3pPr>
              <a:defRPr sz="3000" b="1">
                <a:solidFill>
                  <a:srgbClr val="7C3AED"/>
                </a:solidFill>
                <a:latin typeface="Century Gothic"/>
                <a:ea typeface="Century Gothic"/>
                <a:cs typeface="Century Gothic"/>
              </a:defRPr>
            </a:lvl3pPr>
            <a:lvl4pPr>
              <a:defRPr sz="3000" b="1">
                <a:solidFill>
                  <a:srgbClr val="7C3AED"/>
                </a:solidFill>
                <a:latin typeface="Century Gothic"/>
                <a:ea typeface="Century Gothic"/>
                <a:cs typeface="Century Gothic"/>
              </a:defRPr>
            </a:lvl4pPr>
            <a:lvl5pPr>
              <a:defRPr sz="3000" b="1">
                <a:solidFill>
                  <a:srgbClr val="7C3AED"/>
                </a:solidFill>
                <a:latin typeface="Century Gothic"/>
                <a:ea typeface="Century Gothic"/>
                <a:cs typeface="Century Gothic"/>
              </a:defRPr>
            </a:lvl5pPr>
            <a:lvl6pPr>
              <a:defRPr sz="3000" b="1">
                <a:solidFill>
                  <a:srgbClr val="7C3AED"/>
                </a:solidFill>
                <a:latin typeface="Century Gothic"/>
                <a:ea typeface="Century Gothic"/>
                <a:cs typeface="Century Gothic"/>
              </a:defRPr>
            </a:lvl6pPr>
            <a:lvl7pPr>
              <a:defRPr sz="3000" b="1">
                <a:solidFill>
                  <a:srgbClr val="7C3AED"/>
                </a:solidFill>
                <a:latin typeface="Century Gothic"/>
                <a:ea typeface="Century Gothic"/>
                <a:cs typeface="Century Gothic"/>
              </a:defRPr>
            </a:lvl7pPr>
            <a:lvl8pPr>
              <a:defRPr sz="3000" b="1">
                <a:solidFill>
                  <a:srgbClr val="7C3AED"/>
                </a:solidFill>
                <a:latin typeface="Century Gothic"/>
                <a:ea typeface="Century Gothic"/>
                <a:cs typeface="Century Gothic"/>
              </a:defRPr>
            </a:lvl8pPr>
            <a:lvl9pPr>
              <a:defRPr sz="3000" b="1">
                <a:solidFill>
                  <a:srgbClr val="7C3AED"/>
                </a:solidFill>
                <a:latin typeface="Century Gothic"/>
                <a:ea typeface="Century Gothic"/>
                <a:cs typeface="Century Gothic"/>
              </a:defRPr>
            </a:lvl9pPr>
          </a:lstStyle>
          <a:p xmlns:a="http://schemas.openxmlformats.org/drawingml/2006/main">
            <a:pPr>
              <a:defRPr sz="3000" b="1">
                <a:solidFill>
                  <a:srgbClr val="7C3AED"/>
                </a:solidFill>
                <a:latin typeface="Century Gothic"/>
                <a:ea typeface="Century Gothic"/>
                <a:cs typeface="Century Gothic"/>
              </a:defRPr>
            </a:pPr>
            <a:r>
              <a:rPr sz="3000" b="1">
                <a:solidFill>
                  <a:srgbClr val="7C3AED"/>
                </a:solidFill>
                <a:latin typeface="Century Gothic"/>
                <a:ea typeface="Century Gothic"/>
                <a:cs typeface="Century Gothic"/>
              </a:rPr>
              <a:t>Who Maso is for</a:t>
            </a:r>
          </a:p>
        </p:txBody>
      </p:sp>
      <p:sp>
        <p:nvSpPr>
          <p:cNvPr id="4" name="">
            <a:extLst xmlns:a="http://schemas.openxmlformats.org/drawingml/2006/main">
              <a:ext uri="{FF2B5EF4-FFF2-40B4-BE49-F238E27FC236}">
                <a16:creationId xmlns:a16="http://schemas.microsoft.com/office/drawing/2014/main" id="{92D1D241-4E77-464A-BF6F-134D0DBFC63F}"/>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7C3AED"/>
                </a:solidFill>
                <a:latin typeface="Century Gothic"/>
                <a:ea typeface="Century Gothic"/>
                <a:cs typeface="Century Gothic"/>
              </a:defRPr>
            </a:defPPr>
            <a:lvl1pPr>
              <a:defRPr sz="1050" b="0">
                <a:solidFill>
                  <a:srgbClr val="7C3AED"/>
                </a:solidFill>
                <a:latin typeface="Century Gothic"/>
                <a:ea typeface="Century Gothic"/>
                <a:cs typeface="Century Gothic"/>
              </a:defRPr>
            </a:lvl1pPr>
            <a:lvl2pPr>
              <a:defRPr sz="1050" b="0">
                <a:solidFill>
                  <a:srgbClr val="7C3AED"/>
                </a:solidFill>
                <a:latin typeface="Century Gothic"/>
                <a:ea typeface="Century Gothic"/>
                <a:cs typeface="Century Gothic"/>
              </a:defRPr>
            </a:lvl2pPr>
            <a:lvl3pPr>
              <a:defRPr sz="1050" b="0">
                <a:solidFill>
                  <a:srgbClr val="7C3AED"/>
                </a:solidFill>
                <a:latin typeface="Century Gothic"/>
                <a:ea typeface="Century Gothic"/>
                <a:cs typeface="Century Gothic"/>
              </a:defRPr>
            </a:lvl3pPr>
            <a:lvl4pPr>
              <a:defRPr sz="1050" b="0">
                <a:solidFill>
                  <a:srgbClr val="7C3AED"/>
                </a:solidFill>
                <a:latin typeface="Century Gothic"/>
                <a:ea typeface="Century Gothic"/>
                <a:cs typeface="Century Gothic"/>
              </a:defRPr>
            </a:lvl4pPr>
            <a:lvl5pPr>
              <a:defRPr sz="1050" b="0">
                <a:solidFill>
                  <a:srgbClr val="7C3AED"/>
                </a:solidFill>
                <a:latin typeface="Century Gothic"/>
                <a:ea typeface="Century Gothic"/>
                <a:cs typeface="Century Gothic"/>
              </a:defRPr>
            </a:lvl5pPr>
            <a:lvl6pPr>
              <a:defRPr sz="1050" b="0">
                <a:solidFill>
                  <a:srgbClr val="7C3AED"/>
                </a:solidFill>
                <a:latin typeface="Century Gothic"/>
                <a:ea typeface="Century Gothic"/>
                <a:cs typeface="Century Gothic"/>
              </a:defRPr>
            </a:lvl6pPr>
            <a:lvl7pPr>
              <a:defRPr sz="1050" b="0">
                <a:solidFill>
                  <a:srgbClr val="7C3AED"/>
                </a:solidFill>
                <a:latin typeface="Century Gothic"/>
                <a:ea typeface="Century Gothic"/>
                <a:cs typeface="Century Gothic"/>
              </a:defRPr>
            </a:lvl7pPr>
            <a:lvl8pPr>
              <a:defRPr sz="1050" b="0">
                <a:solidFill>
                  <a:srgbClr val="7C3AED"/>
                </a:solidFill>
                <a:latin typeface="Century Gothic"/>
                <a:ea typeface="Century Gothic"/>
                <a:cs typeface="Century Gothic"/>
              </a:defRPr>
            </a:lvl8pPr>
            <a:lvl9pPr>
              <a:defRPr sz="1050" b="0">
                <a:solidFill>
                  <a:srgbClr val="7C3AED"/>
                </a:solidFill>
                <a:latin typeface="Century Gothic"/>
                <a:ea typeface="Century Gothic"/>
                <a:cs typeface="Century Gothic"/>
              </a:defRPr>
            </a:lvl9pPr>
          </a:lstStyle>
          <a:p xmlns:a="http://schemas.openxmlformats.org/drawingml/2006/main">
            <a:pPr>
              <a:defRPr sz="1050" b="0">
                <a:solidFill>
                  <a:srgbClr val="7C3AED"/>
                </a:solidFill>
                <a:latin typeface="Century Gothic"/>
                <a:ea typeface="Century Gothic"/>
                <a:cs typeface="Century Gothic"/>
              </a:defRPr>
            </a:pPr>
            <a:r>
              <a:rPr sz="1050" b="0">
                <a:solidFill>
                  <a:srgbClr val="7C3AED"/>
                </a:solidFill>
                <a:latin typeface="Century Gothic"/>
                <a:ea typeface="Century Gothic"/>
                <a:cs typeface="Century Gothic"/>
              </a:rPr>
              <a:t>04</a:t>
            </a:r>
          </a:p>
        </p:txBody>
      </p:sp>
      <p:sp>
        <p:nvSpPr>
          <p:cNvPr id="5" name="">
            <a:extLst xmlns:a="http://schemas.openxmlformats.org/drawingml/2006/main">
              <a:ext uri="{FF2B5EF4-FFF2-40B4-BE49-F238E27FC236}">
                <a16:creationId xmlns:a16="http://schemas.microsoft.com/office/drawing/2014/main" id="{CB86D75E-E52F-40E6-B1C6-638A8C0551B3}"/>
              </a:ext>
            </a:extLst>
          </p:cNvPr>
          <p:cNvSpPr>
            <a:spLocks xmlns:a="http://schemas.openxmlformats.org/drawingml/2006/main" noGrp="1"/>
          </p:cNvSpPr>
          <p:nvPr/>
        </p:nvSpPr>
        <p:spPr>
          <a:xfrm xmlns:a="http://schemas.openxmlformats.org/drawingml/2006/main">
            <a:off x="590550" y="121920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C3AED"/>
                </a:solidFill>
                <a:latin typeface="Century Gothic"/>
                <a:ea typeface="Century Gothic"/>
                <a:cs typeface="Century Gothic"/>
              </a:defRPr>
            </a:defPPr>
            <a:lvl1pPr>
              <a:defRPr sz="2400" b="1">
                <a:solidFill>
                  <a:srgbClr val="7C3AED"/>
                </a:solidFill>
                <a:latin typeface="Century Gothic"/>
                <a:ea typeface="Century Gothic"/>
                <a:cs typeface="Century Gothic"/>
              </a:defRPr>
            </a:lvl1pPr>
            <a:lvl2pPr>
              <a:defRPr sz="2400" b="1">
                <a:solidFill>
                  <a:srgbClr val="7C3AED"/>
                </a:solidFill>
                <a:latin typeface="Century Gothic"/>
                <a:ea typeface="Century Gothic"/>
                <a:cs typeface="Century Gothic"/>
              </a:defRPr>
            </a:lvl2pPr>
            <a:lvl3pPr>
              <a:defRPr sz="2400" b="1">
                <a:solidFill>
                  <a:srgbClr val="7C3AED"/>
                </a:solidFill>
                <a:latin typeface="Century Gothic"/>
                <a:ea typeface="Century Gothic"/>
                <a:cs typeface="Century Gothic"/>
              </a:defRPr>
            </a:lvl3pPr>
            <a:lvl4pPr>
              <a:defRPr sz="2400" b="1">
                <a:solidFill>
                  <a:srgbClr val="7C3AED"/>
                </a:solidFill>
                <a:latin typeface="Century Gothic"/>
                <a:ea typeface="Century Gothic"/>
                <a:cs typeface="Century Gothic"/>
              </a:defRPr>
            </a:lvl4pPr>
            <a:lvl5pPr>
              <a:defRPr sz="2400" b="1">
                <a:solidFill>
                  <a:srgbClr val="7C3AED"/>
                </a:solidFill>
                <a:latin typeface="Century Gothic"/>
                <a:ea typeface="Century Gothic"/>
                <a:cs typeface="Century Gothic"/>
              </a:defRPr>
            </a:lvl5pPr>
            <a:lvl6pPr>
              <a:defRPr sz="2400" b="1">
                <a:solidFill>
                  <a:srgbClr val="7C3AED"/>
                </a:solidFill>
                <a:latin typeface="Century Gothic"/>
                <a:ea typeface="Century Gothic"/>
                <a:cs typeface="Century Gothic"/>
              </a:defRPr>
            </a:lvl6pPr>
            <a:lvl7pPr>
              <a:defRPr sz="2400" b="1">
                <a:solidFill>
                  <a:srgbClr val="7C3AED"/>
                </a:solidFill>
                <a:latin typeface="Century Gothic"/>
                <a:ea typeface="Century Gothic"/>
                <a:cs typeface="Century Gothic"/>
              </a:defRPr>
            </a:lvl7pPr>
            <a:lvl8pPr>
              <a:defRPr sz="2400" b="1">
                <a:solidFill>
                  <a:srgbClr val="7C3AED"/>
                </a:solidFill>
                <a:latin typeface="Century Gothic"/>
                <a:ea typeface="Century Gothic"/>
                <a:cs typeface="Century Gothic"/>
              </a:defRPr>
            </a:lvl8pPr>
            <a:lvl9pPr>
              <a:defRPr sz="2400" b="1">
                <a:solidFill>
                  <a:srgbClr val="7C3AED"/>
                </a:solidFill>
                <a:latin typeface="Century Gothic"/>
                <a:ea typeface="Century Gothic"/>
                <a:cs typeface="Century Gothic"/>
              </a:defRPr>
            </a:lvl9pPr>
          </a:lstStyle>
          <a:p xmlns:a="http://schemas.openxmlformats.org/drawingml/2006/main">
            <a:pPr>
              <a:defRPr sz="2400" b="1">
                <a:solidFill>
                  <a:srgbClr val="7C3AED"/>
                </a:solidFill>
                <a:latin typeface="Century Gothic"/>
                <a:ea typeface="Century Gothic"/>
                <a:cs typeface="Century Gothic"/>
              </a:defRPr>
            </a:pPr>
            <a:r>
              <a:rPr sz="2400" b="1">
                <a:solidFill>
                  <a:srgbClr val="7C3AED"/>
                </a:solidFill>
                <a:latin typeface="Century Gothic"/>
                <a:ea typeface="Century Gothic"/>
                <a:cs typeface="Century Gothic"/>
              </a:rPr>
              <a:t>01</a:t>
            </a:r>
          </a:p>
        </p:txBody>
      </p:sp>
      <p:sp>
        <p:nvSpPr>
          <p:cNvPr id="6" name="">
            <a:extLst xmlns:a="http://schemas.openxmlformats.org/drawingml/2006/main">
              <a:ext uri="{FF2B5EF4-FFF2-40B4-BE49-F238E27FC236}">
                <a16:creationId xmlns:a16="http://schemas.microsoft.com/office/drawing/2014/main" id="{190125E7-52D5-4ADA-9223-3A78C472A6D9}"/>
              </a:ext>
            </a:extLst>
          </p:cNvPr>
          <p:cNvSpPr>
            <a:spLocks xmlns:a="http://schemas.openxmlformats.org/drawingml/2006/main" noGrp="1"/>
          </p:cNvSpPr>
          <p:nvPr/>
        </p:nvSpPr>
        <p:spPr>
          <a:xfrm xmlns:a="http://schemas.openxmlformats.org/drawingml/2006/main">
            <a:off x="1190625" y="121920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A1A2E"/>
                </a:solidFill>
                <a:latin typeface="Century Gothic"/>
                <a:ea typeface="Century Gothic"/>
                <a:cs typeface="Century Gothic"/>
              </a:defRPr>
            </a:defPPr>
            <a:lvl1pPr>
              <a:defRPr sz="2025" b="1">
                <a:solidFill>
                  <a:srgbClr val="1A1A2E"/>
                </a:solidFill>
                <a:latin typeface="Century Gothic"/>
                <a:ea typeface="Century Gothic"/>
                <a:cs typeface="Century Gothic"/>
              </a:defRPr>
            </a:lvl1pPr>
            <a:lvl2pPr>
              <a:defRPr sz="2025" b="1">
                <a:solidFill>
                  <a:srgbClr val="1A1A2E"/>
                </a:solidFill>
                <a:latin typeface="Century Gothic"/>
                <a:ea typeface="Century Gothic"/>
                <a:cs typeface="Century Gothic"/>
              </a:defRPr>
            </a:lvl2pPr>
            <a:lvl3pPr>
              <a:defRPr sz="2025" b="1">
                <a:solidFill>
                  <a:srgbClr val="1A1A2E"/>
                </a:solidFill>
                <a:latin typeface="Century Gothic"/>
                <a:ea typeface="Century Gothic"/>
                <a:cs typeface="Century Gothic"/>
              </a:defRPr>
            </a:lvl3pPr>
            <a:lvl4pPr>
              <a:defRPr sz="2025" b="1">
                <a:solidFill>
                  <a:srgbClr val="1A1A2E"/>
                </a:solidFill>
                <a:latin typeface="Century Gothic"/>
                <a:ea typeface="Century Gothic"/>
                <a:cs typeface="Century Gothic"/>
              </a:defRPr>
            </a:lvl4pPr>
            <a:lvl5pPr>
              <a:defRPr sz="2025" b="1">
                <a:solidFill>
                  <a:srgbClr val="1A1A2E"/>
                </a:solidFill>
                <a:latin typeface="Century Gothic"/>
                <a:ea typeface="Century Gothic"/>
                <a:cs typeface="Century Gothic"/>
              </a:defRPr>
            </a:lvl5pPr>
            <a:lvl6pPr>
              <a:defRPr sz="2025" b="1">
                <a:solidFill>
                  <a:srgbClr val="1A1A2E"/>
                </a:solidFill>
                <a:latin typeface="Century Gothic"/>
                <a:ea typeface="Century Gothic"/>
                <a:cs typeface="Century Gothic"/>
              </a:defRPr>
            </a:lvl6pPr>
            <a:lvl7pPr>
              <a:defRPr sz="2025" b="1">
                <a:solidFill>
                  <a:srgbClr val="1A1A2E"/>
                </a:solidFill>
                <a:latin typeface="Century Gothic"/>
                <a:ea typeface="Century Gothic"/>
                <a:cs typeface="Century Gothic"/>
              </a:defRPr>
            </a:lvl7pPr>
            <a:lvl8pPr>
              <a:defRPr sz="2025" b="1">
                <a:solidFill>
                  <a:srgbClr val="1A1A2E"/>
                </a:solidFill>
                <a:latin typeface="Century Gothic"/>
                <a:ea typeface="Century Gothic"/>
                <a:cs typeface="Century Gothic"/>
              </a:defRPr>
            </a:lvl8pPr>
            <a:lvl9pPr>
              <a:defRPr sz="2025" b="1">
                <a:solidFill>
                  <a:srgbClr val="1A1A2E"/>
                </a:solidFill>
                <a:latin typeface="Century Gothic"/>
                <a:ea typeface="Century Gothic"/>
                <a:cs typeface="Century Gothic"/>
              </a:defRPr>
            </a:lvl9pPr>
          </a:lstStyle>
          <a:p xmlns:a="http://schemas.openxmlformats.org/drawingml/2006/main">
            <a:pPr>
              <a:defRPr sz="2025" b="1">
                <a:solidFill>
                  <a:srgbClr val="1A1A2E"/>
                </a:solidFill>
                <a:latin typeface="Century Gothic"/>
                <a:ea typeface="Century Gothic"/>
                <a:cs typeface="Century Gothic"/>
              </a:defRPr>
            </a:pPr>
            <a:r>
              <a:rPr sz="2025" b="1">
                <a:solidFill>
                  <a:srgbClr val="1A1A2E"/>
                </a:solidFill>
                <a:latin typeface="Century Gothic"/>
                <a:ea typeface="Century Gothic"/>
                <a:cs typeface="Century Gothic"/>
              </a:rPr>
              <a:t>Everyday people</a:t>
            </a:r>
          </a:p>
        </p:txBody>
      </p:sp>
      <p:sp>
        <p:nvSpPr>
          <p:cNvPr id="7" name="">
            <a:extLst xmlns:a="http://schemas.openxmlformats.org/drawingml/2006/main">
              <a:ext uri="{FF2B5EF4-FFF2-40B4-BE49-F238E27FC236}">
                <a16:creationId xmlns:a16="http://schemas.microsoft.com/office/drawing/2014/main" id="{B246E85A-F821-405E-8410-8CEA2001F6BA}"/>
              </a:ext>
            </a:extLst>
          </p:cNvPr>
          <p:cNvSpPr>
            <a:spLocks xmlns:a="http://schemas.openxmlformats.org/drawingml/2006/main" noGrp="1"/>
          </p:cNvSpPr>
          <p:nvPr/>
        </p:nvSpPr>
        <p:spPr>
          <a:xfrm xmlns:a="http://schemas.openxmlformats.org/drawingml/2006/main">
            <a:off x="1190625" y="1600200"/>
            <a:ext cx="600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Delivery texts, account alerts and unexpected payment requests</a:t>
            </a:r>
          </a:p>
        </p:txBody>
      </p:sp>
      <p:sp>
        <p:nvSpPr>
          <p:cNvPr id="8" name="">
            <a:extLst xmlns:a="http://schemas.openxmlformats.org/drawingml/2006/main">
              <a:ext uri="{FF2B5EF4-FFF2-40B4-BE49-F238E27FC236}">
                <a16:creationId xmlns:a16="http://schemas.microsoft.com/office/drawing/2014/main" id="{5880F785-6277-4556-8935-D7F4D0A339A8}"/>
              </a:ext>
            </a:extLst>
          </p:cNvPr>
          <p:cNvSpPr>
            <a:spLocks xmlns:a="http://schemas.openxmlformats.org/drawingml/2006/main" noGrp="1"/>
          </p:cNvSpPr>
          <p:nvPr/>
        </p:nvSpPr>
        <p:spPr>
          <a:xfrm xmlns:a="http://schemas.openxmlformats.org/drawingml/2006/main">
            <a:off x="590550" y="228600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C3AED"/>
                </a:solidFill>
                <a:latin typeface="Century Gothic"/>
                <a:ea typeface="Century Gothic"/>
                <a:cs typeface="Century Gothic"/>
              </a:defRPr>
            </a:defPPr>
            <a:lvl1pPr>
              <a:defRPr sz="2400" b="1">
                <a:solidFill>
                  <a:srgbClr val="7C3AED"/>
                </a:solidFill>
                <a:latin typeface="Century Gothic"/>
                <a:ea typeface="Century Gothic"/>
                <a:cs typeface="Century Gothic"/>
              </a:defRPr>
            </a:lvl1pPr>
            <a:lvl2pPr>
              <a:defRPr sz="2400" b="1">
                <a:solidFill>
                  <a:srgbClr val="7C3AED"/>
                </a:solidFill>
                <a:latin typeface="Century Gothic"/>
                <a:ea typeface="Century Gothic"/>
                <a:cs typeface="Century Gothic"/>
              </a:defRPr>
            </a:lvl2pPr>
            <a:lvl3pPr>
              <a:defRPr sz="2400" b="1">
                <a:solidFill>
                  <a:srgbClr val="7C3AED"/>
                </a:solidFill>
                <a:latin typeface="Century Gothic"/>
                <a:ea typeface="Century Gothic"/>
                <a:cs typeface="Century Gothic"/>
              </a:defRPr>
            </a:lvl3pPr>
            <a:lvl4pPr>
              <a:defRPr sz="2400" b="1">
                <a:solidFill>
                  <a:srgbClr val="7C3AED"/>
                </a:solidFill>
                <a:latin typeface="Century Gothic"/>
                <a:ea typeface="Century Gothic"/>
                <a:cs typeface="Century Gothic"/>
              </a:defRPr>
            </a:lvl4pPr>
            <a:lvl5pPr>
              <a:defRPr sz="2400" b="1">
                <a:solidFill>
                  <a:srgbClr val="7C3AED"/>
                </a:solidFill>
                <a:latin typeface="Century Gothic"/>
                <a:ea typeface="Century Gothic"/>
                <a:cs typeface="Century Gothic"/>
              </a:defRPr>
            </a:lvl5pPr>
            <a:lvl6pPr>
              <a:defRPr sz="2400" b="1">
                <a:solidFill>
                  <a:srgbClr val="7C3AED"/>
                </a:solidFill>
                <a:latin typeface="Century Gothic"/>
                <a:ea typeface="Century Gothic"/>
                <a:cs typeface="Century Gothic"/>
              </a:defRPr>
            </a:lvl6pPr>
            <a:lvl7pPr>
              <a:defRPr sz="2400" b="1">
                <a:solidFill>
                  <a:srgbClr val="7C3AED"/>
                </a:solidFill>
                <a:latin typeface="Century Gothic"/>
                <a:ea typeface="Century Gothic"/>
                <a:cs typeface="Century Gothic"/>
              </a:defRPr>
            </a:lvl7pPr>
            <a:lvl8pPr>
              <a:defRPr sz="2400" b="1">
                <a:solidFill>
                  <a:srgbClr val="7C3AED"/>
                </a:solidFill>
                <a:latin typeface="Century Gothic"/>
                <a:ea typeface="Century Gothic"/>
                <a:cs typeface="Century Gothic"/>
              </a:defRPr>
            </a:lvl8pPr>
            <a:lvl9pPr>
              <a:defRPr sz="2400" b="1">
                <a:solidFill>
                  <a:srgbClr val="7C3AED"/>
                </a:solidFill>
                <a:latin typeface="Century Gothic"/>
                <a:ea typeface="Century Gothic"/>
                <a:cs typeface="Century Gothic"/>
              </a:defRPr>
            </a:lvl9pPr>
          </a:lstStyle>
          <a:p xmlns:a="http://schemas.openxmlformats.org/drawingml/2006/main">
            <a:pPr>
              <a:defRPr sz="2400" b="1">
                <a:solidFill>
                  <a:srgbClr val="7C3AED"/>
                </a:solidFill>
                <a:latin typeface="Century Gothic"/>
                <a:ea typeface="Century Gothic"/>
                <a:cs typeface="Century Gothic"/>
              </a:defRPr>
            </a:pPr>
            <a:r>
              <a:rPr sz="2400" b="1">
                <a:solidFill>
                  <a:srgbClr val="7C3AED"/>
                </a:solidFill>
                <a:latin typeface="Century Gothic"/>
                <a:ea typeface="Century Gothic"/>
                <a:cs typeface="Century Gothic"/>
              </a:rPr>
              <a:t>02</a:t>
            </a:r>
          </a:p>
        </p:txBody>
      </p:sp>
      <p:sp>
        <p:nvSpPr>
          <p:cNvPr id="9" name="">
            <a:extLst xmlns:a="http://schemas.openxmlformats.org/drawingml/2006/main">
              <a:ext uri="{FF2B5EF4-FFF2-40B4-BE49-F238E27FC236}">
                <a16:creationId xmlns:a16="http://schemas.microsoft.com/office/drawing/2014/main" id="{73F11AD5-39B6-4074-9688-538751976327}"/>
              </a:ext>
            </a:extLst>
          </p:cNvPr>
          <p:cNvSpPr>
            <a:spLocks xmlns:a="http://schemas.openxmlformats.org/drawingml/2006/main" noGrp="1"/>
          </p:cNvSpPr>
          <p:nvPr/>
        </p:nvSpPr>
        <p:spPr>
          <a:xfrm xmlns:a="http://schemas.openxmlformats.org/drawingml/2006/main">
            <a:off x="1190625" y="228600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A1A2E"/>
                </a:solidFill>
                <a:latin typeface="Century Gothic"/>
                <a:ea typeface="Century Gothic"/>
                <a:cs typeface="Century Gothic"/>
              </a:defRPr>
            </a:defPPr>
            <a:lvl1pPr>
              <a:defRPr sz="2025" b="1">
                <a:solidFill>
                  <a:srgbClr val="1A1A2E"/>
                </a:solidFill>
                <a:latin typeface="Century Gothic"/>
                <a:ea typeface="Century Gothic"/>
                <a:cs typeface="Century Gothic"/>
              </a:defRPr>
            </a:lvl1pPr>
            <a:lvl2pPr>
              <a:defRPr sz="2025" b="1">
                <a:solidFill>
                  <a:srgbClr val="1A1A2E"/>
                </a:solidFill>
                <a:latin typeface="Century Gothic"/>
                <a:ea typeface="Century Gothic"/>
                <a:cs typeface="Century Gothic"/>
              </a:defRPr>
            </a:lvl2pPr>
            <a:lvl3pPr>
              <a:defRPr sz="2025" b="1">
                <a:solidFill>
                  <a:srgbClr val="1A1A2E"/>
                </a:solidFill>
                <a:latin typeface="Century Gothic"/>
                <a:ea typeface="Century Gothic"/>
                <a:cs typeface="Century Gothic"/>
              </a:defRPr>
            </a:lvl3pPr>
            <a:lvl4pPr>
              <a:defRPr sz="2025" b="1">
                <a:solidFill>
                  <a:srgbClr val="1A1A2E"/>
                </a:solidFill>
                <a:latin typeface="Century Gothic"/>
                <a:ea typeface="Century Gothic"/>
                <a:cs typeface="Century Gothic"/>
              </a:defRPr>
            </a:lvl4pPr>
            <a:lvl5pPr>
              <a:defRPr sz="2025" b="1">
                <a:solidFill>
                  <a:srgbClr val="1A1A2E"/>
                </a:solidFill>
                <a:latin typeface="Century Gothic"/>
                <a:ea typeface="Century Gothic"/>
                <a:cs typeface="Century Gothic"/>
              </a:defRPr>
            </a:lvl5pPr>
            <a:lvl6pPr>
              <a:defRPr sz="2025" b="1">
                <a:solidFill>
                  <a:srgbClr val="1A1A2E"/>
                </a:solidFill>
                <a:latin typeface="Century Gothic"/>
                <a:ea typeface="Century Gothic"/>
                <a:cs typeface="Century Gothic"/>
              </a:defRPr>
            </a:lvl6pPr>
            <a:lvl7pPr>
              <a:defRPr sz="2025" b="1">
                <a:solidFill>
                  <a:srgbClr val="1A1A2E"/>
                </a:solidFill>
                <a:latin typeface="Century Gothic"/>
                <a:ea typeface="Century Gothic"/>
                <a:cs typeface="Century Gothic"/>
              </a:defRPr>
            </a:lvl7pPr>
            <a:lvl8pPr>
              <a:defRPr sz="2025" b="1">
                <a:solidFill>
                  <a:srgbClr val="1A1A2E"/>
                </a:solidFill>
                <a:latin typeface="Century Gothic"/>
                <a:ea typeface="Century Gothic"/>
                <a:cs typeface="Century Gothic"/>
              </a:defRPr>
            </a:lvl8pPr>
            <a:lvl9pPr>
              <a:defRPr sz="2025" b="1">
                <a:solidFill>
                  <a:srgbClr val="1A1A2E"/>
                </a:solidFill>
                <a:latin typeface="Century Gothic"/>
                <a:ea typeface="Century Gothic"/>
                <a:cs typeface="Century Gothic"/>
              </a:defRPr>
            </a:lvl9pPr>
          </a:lstStyle>
          <a:p xmlns:a="http://schemas.openxmlformats.org/drawingml/2006/main">
            <a:pPr>
              <a:defRPr sz="2025" b="1">
                <a:solidFill>
                  <a:srgbClr val="1A1A2E"/>
                </a:solidFill>
                <a:latin typeface="Century Gothic"/>
                <a:ea typeface="Century Gothic"/>
                <a:cs typeface="Century Gothic"/>
              </a:defRPr>
            </a:pPr>
            <a:r>
              <a:rPr sz="2025" b="1">
                <a:solidFill>
                  <a:srgbClr val="1A1A2E"/>
                </a:solidFill>
                <a:latin typeface="Century Gothic"/>
                <a:ea typeface="Century Gothic"/>
                <a:cs typeface="Century Gothic"/>
              </a:rPr>
              <a:t>Students and families</a:t>
            </a:r>
          </a:p>
        </p:txBody>
      </p:sp>
      <p:sp>
        <p:nvSpPr>
          <p:cNvPr id="10" name="">
            <a:extLst xmlns:a="http://schemas.openxmlformats.org/drawingml/2006/main">
              <a:ext uri="{FF2B5EF4-FFF2-40B4-BE49-F238E27FC236}">
                <a16:creationId xmlns:a16="http://schemas.microsoft.com/office/drawing/2014/main" id="{521D2EC1-3EBB-45D3-8201-F1631A39F8E4}"/>
              </a:ext>
            </a:extLst>
          </p:cNvPr>
          <p:cNvSpPr>
            <a:spLocks xmlns:a="http://schemas.openxmlformats.org/drawingml/2006/main" noGrp="1"/>
          </p:cNvSpPr>
          <p:nvPr/>
        </p:nvSpPr>
        <p:spPr>
          <a:xfrm xmlns:a="http://schemas.openxmlformats.org/drawingml/2006/main">
            <a:off x="1190625" y="2667000"/>
            <a:ext cx="600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Shared links and QR codes that deserve a second look</a:t>
            </a:r>
          </a:p>
        </p:txBody>
      </p:sp>
      <p:sp>
        <p:nvSpPr>
          <p:cNvPr id="11" name="">
            <a:extLst xmlns:a="http://schemas.openxmlformats.org/drawingml/2006/main">
              <a:ext uri="{FF2B5EF4-FFF2-40B4-BE49-F238E27FC236}">
                <a16:creationId xmlns:a16="http://schemas.microsoft.com/office/drawing/2014/main" id="{161CCD82-5C02-4026-A217-134B01F6835D}"/>
              </a:ext>
            </a:extLst>
          </p:cNvPr>
          <p:cNvSpPr>
            <a:spLocks xmlns:a="http://schemas.openxmlformats.org/drawingml/2006/main" noGrp="1"/>
          </p:cNvSpPr>
          <p:nvPr/>
        </p:nvSpPr>
        <p:spPr>
          <a:xfrm xmlns:a="http://schemas.openxmlformats.org/drawingml/2006/main">
            <a:off x="590550" y="335280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C3AED"/>
                </a:solidFill>
                <a:latin typeface="Century Gothic"/>
                <a:ea typeface="Century Gothic"/>
                <a:cs typeface="Century Gothic"/>
              </a:defRPr>
            </a:defPPr>
            <a:lvl1pPr>
              <a:defRPr sz="2400" b="1">
                <a:solidFill>
                  <a:srgbClr val="7C3AED"/>
                </a:solidFill>
                <a:latin typeface="Century Gothic"/>
                <a:ea typeface="Century Gothic"/>
                <a:cs typeface="Century Gothic"/>
              </a:defRPr>
            </a:lvl1pPr>
            <a:lvl2pPr>
              <a:defRPr sz="2400" b="1">
                <a:solidFill>
                  <a:srgbClr val="7C3AED"/>
                </a:solidFill>
                <a:latin typeface="Century Gothic"/>
                <a:ea typeface="Century Gothic"/>
                <a:cs typeface="Century Gothic"/>
              </a:defRPr>
            </a:lvl2pPr>
            <a:lvl3pPr>
              <a:defRPr sz="2400" b="1">
                <a:solidFill>
                  <a:srgbClr val="7C3AED"/>
                </a:solidFill>
                <a:latin typeface="Century Gothic"/>
                <a:ea typeface="Century Gothic"/>
                <a:cs typeface="Century Gothic"/>
              </a:defRPr>
            </a:lvl3pPr>
            <a:lvl4pPr>
              <a:defRPr sz="2400" b="1">
                <a:solidFill>
                  <a:srgbClr val="7C3AED"/>
                </a:solidFill>
                <a:latin typeface="Century Gothic"/>
                <a:ea typeface="Century Gothic"/>
                <a:cs typeface="Century Gothic"/>
              </a:defRPr>
            </a:lvl4pPr>
            <a:lvl5pPr>
              <a:defRPr sz="2400" b="1">
                <a:solidFill>
                  <a:srgbClr val="7C3AED"/>
                </a:solidFill>
                <a:latin typeface="Century Gothic"/>
                <a:ea typeface="Century Gothic"/>
                <a:cs typeface="Century Gothic"/>
              </a:defRPr>
            </a:lvl5pPr>
            <a:lvl6pPr>
              <a:defRPr sz="2400" b="1">
                <a:solidFill>
                  <a:srgbClr val="7C3AED"/>
                </a:solidFill>
                <a:latin typeface="Century Gothic"/>
                <a:ea typeface="Century Gothic"/>
                <a:cs typeface="Century Gothic"/>
              </a:defRPr>
            </a:lvl6pPr>
            <a:lvl7pPr>
              <a:defRPr sz="2400" b="1">
                <a:solidFill>
                  <a:srgbClr val="7C3AED"/>
                </a:solidFill>
                <a:latin typeface="Century Gothic"/>
                <a:ea typeface="Century Gothic"/>
                <a:cs typeface="Century Gothic"/>
              </a:defRPr>
            </a:lvl7pPr>
            <a:lvl8pPr>
              <a:defRPr sz="2400" b="1">
                <a:solidFill>
                  <a:srgbClr val="7C3AED"/>
                </a:solidFill>
                <a:latin typeface="Century Gothic"/>
                <a:ea typeface="Century Gothic"/>
                <a:cs typeface="Century Gothic"/>
              </a:defRPr>
            </a:lvl8pPr>
            <a:lvl9pPr>
              <a:defRPr sz="2400" b="1">
                <a:solidFill>
                  <a:srgbClr val="7C3AED"/>
                </a:solidFill>
                <a:latin typeface="Century Gothic"/>
                <a:ea typeface="Century Gothic"/>
                <a:cs typeface="Century Gothic"/>
              </a:defRPr>
            </a:lvl9pPr>
          </a:lstStyle>
          <a:p xmlns:a="http://schemas.openxmlformats.org/drawingml/2006/main">
            <a:pPr>
              <a:defRPr sz="2400" b="1">
                <a:solidFill>
                  <a:srgbClr val="7C3AED"/>
                </a:solidFill>
                <a:latin typeface="Century Gothic"/>
                <a:ea typeface="Century Gothic"/>
                <a:cs typeface="Century Gothic"/>
              </a:defRPr>
            </a:pPr>
            <a:r>
              <a:rPr sz="2400" b="1">
                <a:solidFill>
                  <a:srgbClr val="7C3AED"/>
                </a:solidFill>
                <a:latin typeface="Century Gothic"/>
                <a:ea typeface="Century Gothic"/>
                <a:cs typeface="Century Gothic"/>
              </a:rPr>
              <a:t>03</a:t>
            </a:r>
          </a:p>
        </p:txBody>
      </p:sp>
      <p:sp>
        <p:nvSpPr>
          <p:cNvPr id="12" name="">
            <a:extLst xmlns:a="http://schemas.openxmlformats.org/drawingml/2006/main">
              <a:ext uri="{FF2B5EF4-FFF2-40B4-BE49-F238E27FC236}">
                <a16:creationId xmlns:a16="http://schemas.microsoft.com/office/drawing/2014/main" id="{220EEA68-D938-47A1-8AC8-4E86B88B8229}"/>
              </a:ext>
            </a:extLst>
          </p:cNvPr>
          <p:cNvSpPr>
            <a:spLocks xmlns:a="http://schemas.openxmlformats.org/drawingml/2006/main" noGrp="1"/>
          </p:cNvSpPr>
          <p:nvPr/>
        </p:nvSpPr>
        <p:spPr>
          <a:xfrm xmlns:a="http://schemas.openxmlformats.org/drawingml/2006/main">
            <a:off x="1190625" y="335280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A1A2E"/>
                </a:solidFill>
                <a:latin typeface="Century Gothic"/>
                <a:ea typeface="Century Gothic"/>
                <a:cs typeface="Century Gothic"/>
              </a:defRPr>
            </a:defPPr>
            <a:lvl1pPr>
              <a:defRPr sz="2025" b="1">
                <a:solidFill>
                  <a:srgbClr val="1A1A2E"/>
                </a:solidFill>
                <a:latin typeface="Century Gothic"/>
                <a:ea typeface="Century Gothic"/>
                <a:cs typeface="Century Gothic"/>
              </a:defRPr>
            </a:lvl1pPr>
            <a:lvl2pPr>
              <a:defRPr sz="2025" b="1">
                <a:solidFill>
                  <a:srgbClr val="1A1A2E"/>
                </a:solidFill>
                <a:latin typeface="Century Gothic"/>
                <a:ea typeface="Century Gothic"/>
                <a:cs typeface="Century Gothic"/>
              </a:defRPr>
            </a:lvl2pPr>
            <a:lvl3pPr>
              <a:defRPr sz="2025" b="1">
                <a:solidFill>
                  <a:srgbClr val="1A1A2E"/>
                </a:solidFill>
                <a:latin typeface="Century Gothic"/>
                <a:ea typeface="Century Gothic"/>
                <a:cs typeface="Century Gothic"/>
              </a:defRPr>
            </a:lvl3pPr>
            <a:lvl4pPr>
              <a:defRPr sz="2025" b="1">
                <a:solidFill>
                  <a:srgbClr val="1A1A2E"/>
                </a:solidFill>
                <a:latin typeface="Century Gothic"/>
                <a:ea typeface="Century Gothic"/>
                <a:cs typeface="Century Gothic"/>
              </a:defRPr>
            </a:lvl4pPr>
            <a:lvl5pPr>
              <a:defRPr sz="2025" b="1">
                <a:solidFill>
                  <a:srgbClr val="1A1A2E"/>
                </a:solidFill>
                <a:latin typeface="Century Gothic"/>
                <a:ea typeface="Century Gothic"/>
                <a:cs typeface="Century Gothic"/>
              </a:defRPr>
            </a:lvl5pPr>
            <a:lvl6pPr>
              <a:defRPr sz="2025" b="1">
                <a:solidFill>
                  <a:srgbClr val="1A1A2E"/>
                </a:solidFill>
                <a:latin typeface="Century Gothic"/>
                <a:ea typeface="Century Gothic"/>
                <a:cs typeface="Century Gothic"/>
              </a:defRPr>
            </a:lvl6pPr>
            <a:lvl7pPr>
              <a:defRPr sz="2025" b="1">
                <a:solidFill>
                  <a:srgbClr val="1A1A2E"/>
                </a:solidFill>
                <a:latin typeface="Century Gothic"/>
                <a:ea typeface="Century Gothic"/>
                <a:cs typeface="Century Gothic"/>
              </a:defRPr>
            </a:lvl7pPr>
            <a:lvl8pPr>
              <a:defRPr sz="2025" b="1">
                <a:solidFill>
                  <a:srgbClr val="1A1A2E"/>
                </a:solidFill>
                <a:latin typeface="Century Gothic"/>
                <a:ea typeface="Century Gothic"/>
                <a:cs typeface="Century Gothic"/>
              </a:defRPr>
            </a:lvl8pPr>
            <a:lvl9pPr>
              <a:defRPr sz="2025" b="1">
                <a:solidFill>
                  <a:srgbClr val="1A1A2E"/>
                </a:solidFill>
                <a:latin typeface="Century Gothic"/>
                <a:ea typeface="Century Gothic"/>
                <a:cs typeface="Century Gothic"/>
              </a:defRPr>
            </a:lvl9pPr>
          </a:lstStyle>
          <a:p xmlns:a="http://schemas.openxmlformats.org/drawingml/2006/main">
            <a:pPr>
              <a:defRPr sz="2025" b="1">
                <a:solidFill>
                  <a:srgbClr val="1A1A2E"/>
                </a:solidFill>
                <a:latin typeface="Century Gothic"/>
                <a:ea typeface="Century Gothic"/>
                <a:cs typeface="Century Gothic"/>
              </a:defRPr>
            </a:pPr>
            <a:r>
              <a:rPr sz="2025" b="1">
                <a:solidFill>
                  <a:srgbClr val="1A1A2E"/>
                </a:solidFill>
                <a:latin typeface="Century Gothic"/>
                <a:ea typeface="Century Gothic"/>
                <a:cs typeface="Century Gothic"/>
              </a:rPr>
              <a:t>Small businesses</a:t>
            </a:r>
          </a:p>
        </p:txBody>
      </p:sp>
      <p:sp>
        <p:nvSpPr>
          <p:cNvPr id="13" name="">
            <a:extLst xmlns:a="http://schemas.openxmlformats.org/drawingml/2006/main">
              <a:ext uri="{FF2B5EF4-FFF2-40B4-BE49-F238E27FC236}">
                <a16:creationId xmlns:a16="http://schemas.microsoft.com/office/drawing/2014/main" id="{5A7C67D9-47CF-4D1A-9F85-8018C6DFE267}"/>
              </a:ext>
            </a:extLst>
          </p:cNvPr>
          <p:cNvSpPr>
            <a:spLocks xmlns:a="http://schemas.openxmlformats.org/drawingml/2006/main" noGrp="1"/>
          </p:cNvSpPr>
          <p:nvPr/>
        </p:nvSpPr>
        <p:spPr>
          <a:xfrm xmlns:a="http://schemas.openxmlformats.org/drawingml/2006/main">
            <a:off x="1190625" y="3733800"/>
            <a:ext cx="600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Invoices and urgent requests that arrive by email</a:t>
            </a:r>
          </a:p>
        </p:txBody>
      </p:sp>
      <p:pic>
        <p:nvPicPr>
          <p:cNvPr id="14" name="">
            <a:extLst xmlns:a="http://schemas.openxmlformats.org/drawingml/2006/main">
              <a:ext uri="{FF2B5EF4-FFF2-40B4-BE49-F238E27FC236}">
                <a16:creationId xmlns:a16="http://schemas.microsoft.com/office/drawing/2014/main" id="{D7ABF826-B7D6-4A90-858A-197B7CF8740E}"/>
              </a:ext>
            </a:extLst>
          </p:cNvPr>
          <p:cNvPicPr>
            <a:picLocks xmlns:a="http://schemas.openxmlformats.org/drawingml/2006/main" noChangeAspect="1"/>
          </p:cNvPicPr>
          <p:nvPr/>
        </p:nvPicPr>
        <p:blipFill>
          <a:blip xmlns:r="http://schemas.openxmlformats.org/officeDocument/2006/relationships" xmlns:a="http://schemas.openxmlformats.org/drawingml/2006/main" r:embed="Rc4a596528a7e42f8">
            <a:extLst>
              <a:ext uri="{96DAC541-7B7A-43D3-8B79-37D633B846F1}">
                <asvg:svgBlip xmlns:asvg="http://schemas.microsoft.com/office/drawing/2016/SVG/main" r:embed="R56f744a8bc784ba7"/>
              </a:ext>
            </a:extLst>
          </a:blip>
          <a:stretch xmlns:a="http://schemas.openxmlformats.org/drawingml/2006/main"/>
        </p:blipFill>
        <p:spPr>
          <a:xfrm xmlns:a="http://schemas.openxmlformats.org/drawingml/2006/main">
            <a:off x="7524750" y="1714500"/>
            <a:ext cx="1047750" cy="1047750"/>
          </a:xfrm>
          <a:prstGeom xmlns:a="http://schemas.openxmlformats.org/drawingml/2006/main" prst="rect">
            <a:avLst/>
          </a:prstGeom>
        </p:spPr>
      </p:pic>
    </p:spTree>
    <p:extLst>
      <p:ext uri="{BB962C8B-B14F-4D97-AF65-F5344CB8AC3E}">
        <p14:creationId xmlns:p14="http://schemas.microsoft.com/office/powerpoint/2010/main" val="9183457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6C0C111-4886-44AC-BDC2-6C33FD1B8714}"/>
              </a:ext>
            </a:extLst>
          </p:cNvPr>
          <p:cNvPicPr>
            <a:picLocks xmlns:a="http://schemas.openxmlformats.org/drawingml/2006/main" noChangeAspect="1"/>
          </p:cNvPicPr>
          <p:nvPr/>
        </p:nvPicPr>
        <p:blipFill>
          <a:blip xmlns:r="http://schemas.openxmlformats.org/officeDocument/2006/relationships" xmlns:a="http://schemas.openxmlformats.org/drawingml/2006/main" r:embed="Ra0150223c28c45cf">
            <a:extLst>
              <a:ext uri="{96DAC541-7B7A-43D3-8B79-37D633B846F1}">
                <asvg:svgBlip xmlns:asvg="http://schemas.microsoft.com/office/drawing/2016/SVG/main" r:embed="R7a961ccb6f434a63"/>
              </a:ext>
            </a:extLst>
          </a:blip>
          <a:stretch xmlns:a="http://schemas.openxmlformats.org/drawingml/2006/main"/>
        </p:blipFill>
        <p:spPr>
          <a:xfrm xmlns:a="http://schemas.openxmlformats.org/drawingml/2006/main">
            <a:off x="7677150" y="0"/>
            <a:ext cx="1466850" cy="146685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4D6A9D0C-F669-495D-B990-FB6C68A7DC5A}"/>
              </a:ext>
            </a:extLst>
          </p:cNvPr>
          <p:cNvPicPr>
            <a:picLocks xmlns:a="http://schemas.openxmlformats.org/drawingml/2006/main" noChangeAspect="1"/>
          </p:cNvPicPr>
          <p:nvPr/>
        </p:nvPicPr>
        <p:blipFill>
          <a:blip xmlns:r="http://schemas.openxmlformats.org/officeDocument/2006/relationships" xmlns:a="http://schemas.openxmlformats.org/drawingml/2006/main" r:embed="Ra658b027e6b94cc9">
            <a:extLst>
              <a:ext uri="{96DAC541-7B7A-43D3-8B79-37D633B846F1}">
                <asvg:svgBlip xmlns:asvg="http://schemas.microsoft.com/office/drawing/2016/SVG/main" r:embed="Rdede848943ce4395"/>
              </a:ext>
            </a:extLst>
          </a:blip>
          <a:stretch xmlns:a="http://schemas.openxmlformats.org/drawingml/2006/main"/>
        </p:blipFill>
        <p:spPr>
          <a:xfrm xmlns:a="http://schemas.openxmlformats.org/drawingml/2006/main">
            <a:off x="0" y="3924300"/>
            <a:ext cx="1162050" cy="11620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A79BFA1-3F47-4180-A620-880BD173AE8B}"/>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7C3AED"/>
                </a:solidFill>
                <a:latin typeface="Century Gothic"/>
                <a:ea typeface="Century Gothic"/>
                <a:cs typeface="Century Gothic"/>
              </a:defRPr>
            </a:defPPr>
            <a:lvl1pPr>
              <a:defRPr sz="3000" b="1">
                <a:solidFill>
                  <a:srgbClr val="7C3AED"/>
                </a:solidFill>
                <a:latin typeface="Century Gothic"/>
                <a:ea typeface="Century Gothic"/>
                <a:cs typeface="Century Gothic"/>
              </a:defRPr>
            </a:lvl1pPr>
            <a:lvl2pPr>
              <a:defRPr sz="3000" b="1">
                <a:solidFill>
                  <a:srgbClr val="7C3AED"/>
                </a:solidFill>
                <a:latin typeface="Century Gothic"/>
                <a:ea typeface="Century Gothic"/>
                <a:cs typeface="Century Gothic"/>
              </a:defRPr>
            </a:lvl2pPr>
            <a:lvl3pPr>
              <a:defRPr sz="3000" b="1">
                <a:solidFill>
                  <a:srgbClr val="7C3AED"/>
                </a:solidFill>
                <a:latin typeface="Century Gothic"/>
                <a:ea typeface="Century Gothic"/>
                <a:cs typeface="Century Gothic"/>
              </a:defRPr>
            </a:lvl3pPr>
            <a:lvl4pPr>
              <a:defRPr sz="3000" b="1">
                <a:solidFill>
                  <a:srgbClr val="7C3AED"/>
                </a:solidFill>
                <a:latin typeface="Century Gothic"/>
                <a:ea typeface="Century Gothic"/>
                <a:cs typeface="Century Gothic"/>
              </a:defRPr>
            </a:lvl4pPr>
            <a:lvl5pPr>
              <a:defRPr sz="3000" b="1">
                <a:solidFill>
                  <a:srgbClr val="7C3AED"/>
                </a:solidFill>
                <a:latin typeface="Century Gothic"/>
                <a:ea typeface="Century Gothic"/>
                <a:cs typeface="Century Gothic"/>
              </a:defRPr>
            </a:lvl5pPr>
            <a:lvl6pPr>
              <a:defRPr sz="3000" b="1">
                <a:solidFill>
                  <a:srgbClr val="7C3AED"/>
                </a:solidFill>
                <a:latin typeface="Century Gothic"/>
                <a:ea typeface="Century Gothic"/>
                <a:cs typeface="Century Gothic"/>
              </a:defRPr>
            </a:lvl6pPr>
            <a:lvl7pPr>
              <a:defRPr sz="3000" b="1">
                <a:solidFill>
                  <a:srgbClr val="7C3AED"/>
                </a:solidFill>
                <a:latin typeface="Century Gothic"/>
                <a:ea typeface="Century Gothic"/>
                <a:cs typeface="Century Gothic"/>
              </a:defRPr>
            </a:lvl7pPr>
            <a:lvl8pPr>
              <a:defRPr sz="3000" b="1">
                <a:solidFill>
                  <a:srgbClr val="7C3AED"/>
                </a:solidFill>
                <a:latin typeface="Century Gothic"/>
                <a:ea typeface="Century Gothic"/>
                <a:cs typeface="Century Gothic"/>
              </a:defRPr>
            </a:lvl8pPr>
            <a:lvl9pPr>
              <a:defRPr sz="3000" b="1">
                <a:solidFill>
                  <a:srgbClr val="7C3AED"/>
                </a:solidFill>
                <a:latin typeface="Century Gothic"/>
                <a:ea typeface="Century Gothic"/>
                <a:cs typeface="Century Gothic"/>
              </a:defRPr>
            </a:lvl9pPr>
          </a:lstStyle>
          <a:p xmlns:a="http://schemas.openxmlformats.org/drawingml/2006/main">
            <a:pPr>
              <a:defRPr sz="3000" b="1">
                <a:solidFill>
                  <a:srgbClr val="7C3AED"/>
                </a:solidFill>
                <a:latin typeface="Century Gothic"/>
                <a:ea typeface="Century Gothic"/>
                <a:cs typeface="Century Gothic"/>
              </a:defRPr>
            </a:pPr>
            <a:r>
              <a:rPr sz="3000" b="1">
                <a:solidFill>
                  <a:srgbClr val="7C3AED"/>
                </a:solidFill>
                <a:latin typeface="Century Gothic"/>
                <a:ea typeface="Century Gothic"/>
                <a:cs typeface="Century Gothic"/>
              </a:rPr>
              <a:t>A useful answer in one screen</a:t>
            </a:r>
          </a:p>
        </p:txBody>
      </p:sp>
      <p:sp>
        <p:nvSpPr>
          <p:cNvPr id="4" name="">
            <a:extLst xmlns:a="http://schemas.openxmlformats.org/drawingml/2006/main">
              <a:ext uri="{FF2B5EF4-FFF2-40B4-BE49-F238E27FC236}">
                <a16:creationId xmlns:a16="http://schemas.microsoft.com/office/drawing/2014/main" id="{433BCDC7-8F3D-41F9-B9E4-593BCEDE4D33}"/>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7C3AED"/>
                </a:solidFill>
                <a:latin typeface="Century Gothic"/>
                <a:ea typeface="Century Gothic"/>
                <a:cs typeface="Century Gothic"/>
              </a:defRPr>
            </a:defPPr>
            <a:lvl1pPr>
              <a:defRPr sz="1050" b="0">
                <a:solidFill>
                  <a:srgbClr val="7C3AED"/>
                </a:solidFill>
                <a:latin typeface="Century Gothic"/>
                <a:ea typeface="Century Gothic"/>
                <a:cs typeface="Century Gothic"/>
              </a:defRPr>
            </a:lvl1pPr>
            <a:lvl2pPr>
              <a:defRPr sz="1050" b="0">
                <a:solidFill>
                  <a:srgbClr val="7C3AED"/>
                </a:solidFill>
                <a:latin typeface="Century Gothic"/>
                <a:ea typeface="Century Gothic"/>
                <a:cs typeface="Century Gothic"/>
              </a:defRPr>
            </a:lvl2pPr>
            <a:lvl3pPr>
              <a:defRPr sz="1050" b="0">
                <a:solidFill>
                  <a:srgbClr val="7C3AED"/>
                </a:solidFill>
                <a:latin typeface="Century Gothic"/>
                <a:ea typeface="Century Gothic"/>
                <a:cs typeface="Century Gothic"/>
              </a:defRPr>
            </a:lvl3pPr>
            <a:lvl4pPr>
              <a:defRPr sz="1050" b="0">
                <a:solidFill>
                  <a:srgbClr val="7C3AED"/>
                </a:solidFill>
                <a:latin typeface="Century Gothic"/>
                <a:ea typeface="Century Gothic"/>
                <a:cs typeface="Century Gothic"/>
              </a:defRPr>
            </a:lvl4pPr>
            <a:lvl5pPr>
              <a:defRPr sz="1050" b="0">
                <a:solidFill>
                  <a:srgbClr val="7C3AED"/>
                </a:solidFill>
                <a:latin typeface="Century Gothic"/>
                <a:ea typeface="Century Gothic"/>
                <a:cs typeface="Century Gothic"/>
              </a:defRPr>
            </a:lvl5pPr>
            <a:lvl6pPr>
              <a:defRPr sz="1050" b="0">
                <a:solidFill>
                  <a:srgbClr val="7C3AED"/>
                </a:solidFill>
                <a:latin typeface="Century Gothic"/>
                <a:ea typeface="Century Gothic"/>
                <a:cs typeface="Century Gothic"/>
              </a:defRPr>
            </a:lvl6pPr>
            <a:lvl7pPr>
              <a:defRPr sz="1050" b="0">
                <a:solidFill>
                  <a:srgbClr val="7C3AED"/>
                </a:solidFill>
                <a:latin typeface="Century Gothic"/>
                <a:ea typeface="Century Gothic"/>
                <a:cs typeface="Century Gothic"/>
              </a:defRPr>
            </a:lvl7pPr>
            <a:lvl8pPr>
              <a:defRPr sz="1050" b="0">
                <a:solidFill>
                  <a:srgbClr val="7C3AED"/>
                </a:solidFill>
                <a:latin typeface="Century Gothic"/>
                <a:ea typeface="Century Gothic"/>
                <a:cs typeface="Century Gothic"/>
              </a:defRPr>
            </a:lvl8pPr>
            <a:lvl9pPr>
              <a:defRPr sz="1050" b="0">
                <a:solidFill>
                  <a:srgbClr val="7C3AED"/>
                </a:solidFill>
                <a:latin typeface="Century Gothic"/>
                <a:ea typeface="Century Gothic"/>
                <a:cs typeface="Century Gothic"/>
              </a:defRPr>
            </a:lvl9pPr>
          </a:lstStyle>
          <a:p xmlns:a="http://schemas.openxmlformats.org/drawingml/2006/main">
            <a:pPr>
              <a:defRPr sz="1050" b="0">
                <a:solidFill>
                  <a:srgbClr val="7C3AED"/>
                </a:solidFill>
                <a:latin typeface="Century Gothic"/>
                <a:ea typeface="Century Gothic"/>
                <a:cs typeface="Century Gothic"/>
              </a:defRPr>
            </a:pPr>
            <a:r>
              <a:rPr sz="1050" b="0">
                <a:solidFill>
                  <a:srgbClr val="7C3AED"/>
                </a:solidFill>
                <a:latin typeface="Century Gothic"/>
                <a:ea typeface="Century Gothic"/>
                <a:cs typeface="Century Gothic"/>
              </a:rPr>
              <a:t>05</a:t>
            </a:r>
          </a:p>
        </p:txBody>
      </p:sp>
      <p:sp>
        <p:nvSpPr>
          <p:cNvPr id="5" name="">
            <a:extLst xmlns:a="http://schemas.openxmlformats.org/drawingml/2006/main">
              <a:ext uri="{FF2B5EF4-FFF2-40B4-BE49-F238E27FC236}">
                <a16:creationId xmlns:a16="http://schemas.microsoft.com/office/drawing/2014/main" id="{0B07D5C4-D0C6-46E4-A5EB-708E7CFCBC45}"/>
              </a:ext>
            </a:extLst>
          </p:cNvPr>
          <p:cNvSpPr>
            <a:spLocks xmlns:a="http://schemas.openxmlformats.org/drawingml/2006/main" noGrp="1"/>
          </p:cNvSpPr>
          <p:nvPr/>
        </p:nvSpPr>
        <p:spPr>
          <a:xfrm xmlns:a="http://schemas.openxmlformats.org/drawingml/2006/main">
            <a:off x="590550" y="138112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A1A2E"/>
                </a:solidFill>
                <a:latin typeface="Century Gothic"/>
                <a:ea typeface="Century Gothic"/>
                <a:cs typeface="Century Gothic"/>
              </a:defRPr>
            </a:defPPr>
            <a:lvl1pPr>
              <a:defRPr sz="2325" b="1">
                <a:solidFill>
                  <a:srgbClr val="1A1A2E"/>
                </a:solidFill>
                <a:latin typeface="Century Gothic"/>
                <a:ea typeface="Century Gothic"/>
                <a:cs typeface="Century Gothic"/>
              </a:defRPr>
            </a:lvl1pPr>
            <a:lvl2pPr>
              <a:defRPr sz="2325" b="1">
                <a:solidFill>
                  <a:srgbClr val="1A1A2E"/>
                </a:solidFill>
                <a:latin typeface="Century Gothic"/>
                <a:ea typeface="Century Gothic"/>
                <a:cs typeface="Century Gothic"/>
              </a:defRPr>
            </a:lvl2pPr>
            <a:lvl3pPr>
              <a:defRPr sz="2325" b="1">
                <a:solidFill>
                  <a:srgbClr val="1A1A2E"/>
                </a:solidFill>
                <a:latin typeface="Century Gothic"/>
                <a:ea typeface="Century Gothic"/>
                <a:cs typeface="Century Gothic"/>
              </a:defRPr>
            </a:lvl3pPr>
            <a:lvl4pPr>
              <a:defRPr sz="2325" b="1">
                <a:solidFill>
                  <a:srgbClr val="1A1A2E"/>
                </a:solidFill>
                <a:latin typeface="Century Gothic"/>
                <a:ea typeface="Century Gothic"/>
                <a:cs typeface="Century Gothic"/>
              </a:defRPr>
            </a:lvl4pPr>
            <a:lvl5pPr>
              <a:defRPr sz="2325" b="1">
                <a:solidFill>
                  <a:srgbClr val="1A1A2E"/>
                </a:solidFill>
                <a:latin typeface="Century Gothic"/>
                <a:ea typeface="Century Gothic"/>
                <a:cs typeface="Century Gothic"/>
              </a:defRPr>
            </a:lvl5pPr>
            <a:lvl6pPr>
              <a:defRPr sz="2325" b="1">
                <a:solidFill>
                  <a:srgbClr val="1A1A2E"/>
                </a:solidFill>
                <a:latin typeface="Century Gothic"/>
                <a:ea typeface="Century Gothic"/>
                <a:cs typeface="Century Gothic"/>
              </a:defRPr>
            </a:lvl6pPr>
            <a:lvl7pPr>
              <a:defRPr sz="2325" b="1">
                <a:solidFill>
                  <a:srgbClr val="1A1A2E"/>
                </a:solidFill>
                <a:latin typeface="Century Gothic"/>
                <a:ea typeface="Century Gothic"/>
                <a:cs typeface="Century Gothic"/>
              </a:defRPr>
            </a:lvl7pPr>
            <a:lvl8pPr>
              <a:defRPr sz="2325" b="1">
                <a:solidFill>
                  <a:srgbClr val="1A1A2E"/>
                </a:solidFill>
                <a:latin typeface="Century Gothic"/>
                <a:ea typeface="Century Gothic"/>
                <a:cs typeface="Century Gothic"/>
              </a:defRPr>
            </a:lvl8pPr>
            <a:lvl9pPr>
              <a:defRPr sz="2325" b="1">
                <a:solidFill>
                  <a:srgbClr val="1A1A2E"/>
                </a:solidFill>
                <a:latin typeface="Century Gothic"/>
                <a:ea typeface="Century Gothic"/>
                <a:cs typeface="Century Gothic"/>
              </a:defRPr>
            </a:lvl9pPr>
          </a:lstStyle>
          <a:p xmlns:a="http://schemas.openxmlformats.org/drawingml/2006/main">
            <a:pPr>
              <a:defRPr sz="2325" b="1">
                <a:solidFill>
                  <a:srgbClr val="1A1A2E"/>
                </a:solidFill>
                <a:latin typeface="Century Gothic"/>
                <a:ea typeface="Century Gothic"/>
                <a:cs typeface="Century Gothic"/>
              </a:defRPr>
            </a:pPr>
            <a:r>
              <a:rPr sz="2325" b="1">
                <a:solidFill>
                  <a:srgbClr val="1A1A2E"/>
                </a:solidFill>
                <a:latin typeface="Century Gothic"/>
                <a:ea typeface="Century Gothic"/>
                <a:cs typeface="Century Gothic"/>
              </a:rPr>
              <a:t>Paste a link or message</a:t>
            </a:r>
          </a:p>
        </p:txBody>
      </p:sp>
      <p:sp>
        <p:nvSpPr>
          <p:cNvPr id="6" name="">
            <a:extLst xmlns:a="http://schemas.openxmlformats.org/drawingml/2006/main">
              <a:ext uri="{FF2B5EF4-FFF2-40B4-BE49-F238E27FC236}">
                <a16:creationId xmlns:a16="http://schemas.microsoft.com/office/drawing/2014/main" id="{7F2013CB-2D04-4041-B090-F500CD355E0A}"/>
              </a:ext>
            </a:extLst>
          </p:cNvPr>
          <p:cNvSpPr>
            <a:spLocks xmlns:a="http://schemas.openxmlformats.org/drawingml/2006/main" noGrp="1"/>
          </p:cNvSpPr>
          <p:nvPr/>
        </p:nvSpPr>
        <p:spPr>
          <a:xfrm xmlns:a="http://schemas.openxmlformats.org/drawingml/2006/main">
            <a:off x="590550" y="19812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616477"/>
                </a:solidFill>
                <a:latin typeface="Century Gothic"/>
                <a:ea typeface="Century Gothic"/>
                <a:cs typeface="Century Gothic"/>
              </a:defRPr>
            </a:defPPr>
            <a:lvl1pPr>
              <a:defRPr sz="2025" b="0">
                <a:solidFill>
                  <a:srgbClr val="616477"/>
                </a:solidFill>
                <a:latin typeface="Century Gothic"/>
                <a:ea typeface="Century Gothic"/>
                <a:cs typeface="Century Gothic"/>
              </a:defRPr>
            </a:lvl1pPr>
            <a:lvl2pPr>
              <a:defRPr sz="2025" b="0">
                <a:solidFill>
                  <a:srgbClr val="616477"/>
                </a:solidFill>
                <a:latin typeface="Century Gothic"/>
                <a:ea typeface="Century Gothic"/>
                <a:cs typeface="Century Gothic"/>
              </a:defRPr>
            </a:lvl2pPr>
            <a:lvl3pPr>
              <a:defRPr sz="2025" b="0">
                <a:solidFill>
                  <a:srgbClr val="616477"/>
                </a:solidFill>
                <a:latin typeface="Century Gothic"/>
                <a:ea typeface="Century Gothic"/>
                <a:cs typeface="Century Gothic"/>
              </a:defRPr>
            </a:lvl3pPr>
            <a:lvl4pPr>
              <a:defRPr sz="2025" b="0">
                <a:solidFill>
                  <a:srgbClr val="616477"/>
                </a:solidFill>
                <a:latin typeface="Century Gothic"/>
                <a:ea typeface="Century Gothic"/>
                <a:cs typeface="Century Gothic"/>
              </a:defRPr>
            </a:lvl4pPr>
            <a:lvl5pPr>
              <a:defRPr sz="2025" b="0">
                <a:solidFill>
                  <a:srgbClr val="616477"/>
                </a:solidFill>
                <a:latin typeface="Century Gothic"/>
                <a:ea typeface="Century Gothic"/>
                <a:cs typeface="Century Gothic"/>
              </a:defRPr>
            </a:lvl5pPr>
            <a:lvl6pPr>
              <a:defRPr sz="2025" b="0">
                <a:solidFill>
                  <a:srgbClr val="616477"/>
                </a:solidFill>
                <a:latin typeface="Century Gothic"/>
                <a:ea typeface="Century Gothic"/>
                <a:cs typeface="Century Gothic"/>
              </a:defRPr>
            </a:lvl6pPr>
            <a:lvl7pPr>
              <a:defRPr sz="2025" b="0">
                <a:solidFill>
                  <a:srgbClr val="616477"/>
                </a:solidFill>
                <a:latin typeface="Century Gothic"/>
                <a:ea typeface="Century Gothic"/>
                <a:cs typeface="Century Gothic"/>
              </a:defRPr>
            </a:lvl7pPr>
            <a:lvl8pPr>
              <a:defRPr sz="2025" b="0">
                <a:solidFill>
                  <a:srgbClr val="616477"/>
                </a:solidFill>
                <a:latin typeface="Century Gothic"/>
                <a:ea typeface="Century Gothic"/>
                <a:cs typeface="Century Gothic"/>
              </a:defRPr>
            </a:lvl8pPr>
            <a:lvl9pPr>
              <a:defRPr sz="2025" b="0">
                <a:solidFill>
                  <a:srgbClr val="616477"/>
                </a:solidFill>
                <a:latin typeface="Century Gothic"/>
                <a:ea typeface="Century Gothic"/>
                <a:cs typeface="Century Gothic"/>
              </a:defRPr>
            </a:lvl9pPr>
          </a:lstStyle>
          <a:p xmlns:a="http://schemas.openxmlformats.org/drawingml/2006/main">
            <a:pPr>
              <a:defRPr sz="2025" b="0">
                <a:solidFill>
                  <a:srgbClr val="616477"/>
                </a:solidFill>
                <a:latin typeface="Century Gothic"/>
                <a:ea typeface="Century Gothic"/>
                <a:cs typeface="Century Gothic"/>
              </a:defRPr>
            </a:pPr>
            <a:r>
              <a:rPr sz="2025" b="0">
                <a:solidFill>
                  <a:srgbClr val="616477"/>
                </a:solidFill>
                <a:latin typeface="Century Gothic"/>
                <a:ea typeface="Century Gothic"/>
                <a:cs typeface="Century Gothic"/>
              </a:rPr>
              <a:t>Or attach an email file</a:t>
            </a:r>
          </a:p>
          <a:p xmlns:a="http://schemas.openxmlformats.org/drawingml/2006/main">
            <a:pPr>
              <a:defRPr sz="2025" b="0">
                <a:solidFill>
                  <a:srgbClr val="616477"/>
                </a:solidFill>
                <a:latin typeface="Century Gothic"/>
                <a:ea typeface="Century Gothic"/>
                <a:cs typeface="Century Gothic"/>
              </a:defRPr>
            </a:pPr>
            <a:r>
              <a:rPr sz="2025" b="0">
                <a:solidFill>
                  <a:srgbClr val="616477"/>
                </a:solidFill>
                <a:latin typeface="Century Gothic"/>
                <a:ea typeface="Century Gothic"/>
                <a:cs typeface="Century Gothic"/>
              </a:rPr>
              <a:t>or a QR image.</a:t>
            </a:r>
          </a:p>
        </p:txBody>
      </p:sp>
      <p:sp>
        <p:nvSpPr>
          <p:cNvPr id="7" name="">
            <a:extLst xmlns:a="http://schemas.openxmlformats.org/drawingml/2006/main">
              <a:ext uri="{FF2B5EF4-FFF2-40B4-BE49-F238E27FC236}">
                <a16:creationId xmlns:a16="http://schemas.microsoft.com/office/drawing/2014/main" id="{DD82CE0B-A6C2-4704-9026-8118336552C6}"/>
              </a:ext>
            </a:extLst>
          </p:cNvPr>
          <p:cNvSpPr>
            <a:spLocks xmlns:a="http://schemas.openxmlformats.org/drawingml/2006/main" noGrp="1"/>
          </p:cNvSpPr>
          <p:nvPr/>
        </p:nvSpPr>
        <p:spPr>
          <a:xfrm xmlns:a="http://schemas.openxmlformats.org/drawingml/2006/main">
            <a:off x="590550" y="316230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7C3AED"/>
                </a:solidFill>
                <a:latin typeface="Century Gothic"/>
                <a:ea typeface="Century Gothic"/>
                <a:cs typeface="Century Gothic"/>
              </a:defRPr>
            </a:defPPr>
            <a:lvl1pPr>
              <a:defRPr sz="2325" b="1">
                <a:solidFill>
                  <a:srgbClr val="7C3AED"/>
                </a:solidFill>
                <a:latin typeface="Century Gothic"/>
                <a:ea typeface="Century Gothic"/>
                <a:cs typeface="Century Gothic"/>
              </a:defRPr>
            </a:lvl1pPr>
            <a:lvl2pPr>
              <a:defRPr sz="2325" b="1">
                <a:solidFill>
                  <a:srgbClr val="7C3AED"/>
                </a:solidFill>
                <a:latin typeface="Century Gothic"/>
                <a:ea typeface="Century Gothic"/>
                <a:cs typeface="Century Gothic"/>
              </a:defRPr>
            </a:lvl2pPr>
            <a:lvl3pPr>
              <a:defRPr sz="2325" b="1">
                <a:solidFill>
                  <a:srgbClr val="7C3AED"/>
                </a:solidFill>
                <a:latin typeface="Century Gothic"/>
                <a:ea typeface="Century Gothic"/>
                <a:cs typeface="Century Gothic"/>
              </a:defRPr>
            </a:lvl3pPr>
            <a:lvl4pPr>
              <a:defRPr sz="2325" b="1">
                <a:solidFill>
                  <a:srgbClr val="7C3AED"/>
                </a:solidFill>
                <a:latin typeface="Century Gothic"/>
                <a:ea typeface="Century Gothic"/>
                <a:cs typeface="Century Gothic"/>
              </a:defRPr>
            </a:lvl4pPr>
            <a:lvl5pPr>
              <a:defRPr sz="2325" b="1">
                <a:solidFill>
                  <a:srgbClr val="7C3AED"/>
                </a:solidFill>
                <a:latin typeface="Century Gothic"/>
                <a:ea typeface="Century Gothic"/>
                <a:cs typeface="Century Gothic"/>
              </a:defRPr>
            </a:lvl5pPr>
            <a:lvl6pPr>
              <a:defRPr sz="2325" b="1">
                <a:solidFill>
                  <a:srgbClr val="7C3AED"/>
                </a:solidFill>
                <a:latin typeface="Century Gothic"/>
                <a:ea typeface="Century Gothic"/>
                <a:cs typeface="Century Gothic"/>
              </a:defRPr>
            </a:lvl6pPr>
            <a:lvl7pPr>
              <a:defRPr sz="2325" b="1">
                <a:solidFill>
                  <a:srgbClr val="7C3AED"/>
                </a:solidFill>
                <a:latin typeface="Century Gothic"/>
                <a:ea typeface="Century Gothic"/>
                <a:cs typeface="Century Gothic"/>
              </a:defRPr>
            </a:lvl7pPr>
            <a:lvl8pPr>
              <a:defRPr sz="2325" b="1">
                <a:solidFill>
                  <a:srgbClr val="7C3AED"/>
                </a:solidFill>
                <a:latin typeface="Century Gothic"/>
                <a:ea typeface="Century Gothic"/>
                <a:cs typeface="Century Gothic"/>
              </a:defRPr>
            </a:lvl8pPr>
            <a:lvl9pPr>
              <a:defRPr sz="2325" b="1">
                <a:solidFill>
                  <a:srgbClr val="7C3AED"/>
                </a:solidFill>
                <a:latin typeface="Century Gothic"/>
                <a:ea typeface="Century Gothic"/>
                <a:cs typeface="Century Gothic"/>
              </a:defRPr>
            </a:lvl9pPr>
          </a:lstStyle>
          <a:p xmlns:a="http://schemas.openxmlformats.org/drawingml/2006/main">
            <a:pPr>
              <a:defRPr sz="2325" b="1">
                <a:solidFill>
                  <a:srgbClr val="7C3AED"/>
                </a:solidFill>
                <a:latin typeface="Century Gothic"/>
                <a:ea typeface="Century Gothic"/>
                <a:cs typeface="Century Gothic"/>
              </a:defRPr>
            </a:pPr>
            <a:r>
              <a:rPr sz="2325" b="1">
                <a:solidFill>
                  <a:srgbClr val="7C3AED"/>
                </a:solidFill>
                <a:latin typeface="Century Gothic"/>
                <a:ea typeface="Century Gothic"/>
                <a:cs typeface="Century Gothic"/>
              </a:rPr>
              <a:t>Read the result.</a:t>
            </a:r>
          </a:p>
          <a:p xmlns:a="http://schemas.openxmlformats.org/drawingml/2006/main">
            <a:pPr>
              <a:defRPr sz="2325" b="1">
                <a:solidFill>
                  <a:srgbClr val="7C3AED"/>
                </a:solidFill>
                <a:latin typeface="Century Gothic"/>
                <a:ea typeface="Century Gothic"/>
                <a:cs typeface="Century Gothic"/>
              </a:defRPr>
            </a:pPr>
            <a:r>
              <a:rPr sz="2325" b="1">
                <a:solidFill>
                  <a:srgbClr val="7C3AED"/>
                </a:solidFill>
                <a:latin typeface="Century Gothic"/>
                <a:ea typeface="Century Gothic"/>
                <a:cs typeface="Century Gothic"/>
              </a:rPr>
              <a:t>See what to do next.</a:t>
            </a:r>
          </a:p>
        </p:txBody>
      </p:sp>
      <p:pic>
        <p:nvPicPr>
          <p:cNvPr id="8" name="">
            <a:extLst xmlns:a="http://schemas.openxmlformats.org/drawingml/2006/main">
              <a:ext uri="{FF2B5EF4-FFF2-40B4-BE49-F238E27FC236}">
                <a16:creationId xmlns:a16="http://schemas.microsoft.com/office/drawing/2014/main" id="{CA857AA7-6A7A-482D-8E42-9824E6198596}"/>
              </a:ext>
            </a:extLst>
          </p:cNvPr>
          <p:cNvPicPr>
            <a:picLocks xmlns:a="http://schemas.openxmlformats.org/drawingml/2006/main" noChangeAspect="1"/>
          </p:cNvPicPr>
          <p:nvPr/>
        </p:nvPicPr>
        <p:blipFill>
          <a:blip xmlns:r="http://schemas.openxmlformats.org/officeDocument/2006/relationships" xmlns:a="http://schemas.openxmlformats.org/drawingml/2006/main" r:embed="R7b280e8c31b64ad8"/>
          <a:stretch xmlns:a="http://schemas.openxmlformats.org/drawingml/2006/main"/>
        </p:blipFill>
        <p:spPr>
          <a:xfrm xmlns:a="http://schemas.openxmlformats.org/drawingml/2006/main">
            <a:off x="5822674" y="1047750"/>
            <a:ext cx="2070652" cy="3571875"/>
          </a:xfrm>
          <a:prstGeom xmlns:a="http://schemas.openxmlformats.org/drawingml/2006/main" prst="rect">
            <a:avLst/>
          </a:prstGeom>
        </p:spPr>
      </p:pic>
    </p:spTree>
    <p:extLst>
      <p:ext uri="{BB962C8B-B14F-4D97-AF65-F5344CB8AC3E}">
        <p14:creationId xmlns:p14="http://schemas.microsoft.com/office/powerpoint/2010/main" val="6483877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925A9A27-6136-4870-905E-FAB49F466516}"/>
              </a:ext>
            </a:extLst>
          </p:cNvPr>
          <p:cNvPicPr>
            <a:picLocks xmlns:a="http://schemas.openxmlformats.org/drawingml/2006/main" noChangeAspect="1"/>
          </p:cNvPicPr>
          <p:nvPr/>
        </p:nvPicPr>
        <p:blipFill>
          <a:blip xmlns:r="http://schemas.openxmlformats.org/officeDocument/2006/relationships" xmlns:a="http://schemas.openxmlformats.org/drawingml/2006/main" r:embed="R1a090f3da1aa479b">
            <a:extLst>
              <a:ext uri="{96DAC541-7B7A-43D3-8B79-37D633B846F1}">
                <asvg:svgBlip xmlns:asvg="http://schemas.microsoft.com/office/drawing/2016/SVG/main" r:embed="R8d9ed32c56824f38"/>
              </a:ext>
            </a:extLst>
          </a:blip>
          <a:stretch xmlns:a="http://schemas.openxmlformats.org/drawingml/2006/main"/>
        </p:blipFill>
        <p:spPr>
          <a:xfrm xmlns:a="http://schemas.openxmlformats.org/drawingml/2006/main">
            <a:off x="7677150" y="0"/>
            <a:ext cx="1466850" cy="146685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7B874828-9A86-482A-BC92-E821D7FC441B}"/>
              </a:ext>
            </a:extLst>
          </p:cNvPr>
          <p:cNvPicPr>
            <a:picLocks xmlns:a="http://schemas.openxmlformats.org/drawingml/2006/main" noChangeAspect="1"/>
          </p:cNvPicPr>
          <p:nvPr/>
        </p:nvPicPr>
        <p:blipFill>
          <a:blip xmlns:r="http://schemas.openxmlformats.org/officeDocument/2006/relationships" xmlns:a="http://schemas.openxmlformats.org/drawingml/2006/main" r:embed="R768d861c0b7340b3">
            <a:extLst>
              <a:ext uri="{96DAC541-7B7A-43D3-8B79-37D633B846F1}">
                <asvg:svgBlip xmlns:asvg="http://schemas.microsoft.com/office/drawing/2016/SVG/main" r:embed="R27c96963fe664ff0"/>
              </a:ext>
            </a:extLst>
          </a:blip>
          <a:stretch xmlns:a="http://schemas.openxmlformats.org/drawingml/2006/main"/>
        </p:blipFill>
        <p:spPr>
          <a:xfrm xmlns:a="http://schemas.openxmlformats.org/drawingml/2006/main">
            <a:off x="0" y="3924300"/>
            <a:ext cx="1162050" cy="11620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42531CB-4023-4A96-BE9C-4727138B601B}"/>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7C3AED"/>
                </a:solidFill>
                <a:latin typeface="Century Gothic"/>
                <a:ea typeface="Century Gothic"/>
                <a:cs typeface="Century Gothic"/>
              </a:defRPr>
            </a:defPPr>
            <a:lvl1pPr>
              <a:defRPr sz="3000" b="1">
                <a:solidFill>
                  <a:srgbClr val="7C3AED"/>
                </a:solidFill>
                <a:latin typeface="Century Gothic"/>
                <a:ea typeface="Century Gothic"/>
                <a:cs typeface="Century Gothic"/>
              </a:defRPr>
            </a:lvl1pPr>
            <a:lvl2pPr>
              <a:defRPr sz="3000" b="1">
                <a:solidFill>
                  <a:srgbClr val="7C3AED"/>
                </a:solidFill>
                <a:latin typeface="Century Gothic"/>
                <a:ea typeface="Century Gothic"/>
                <a:cs typeface="Century Gothic"/>
              </a:defRPr>
            </a:lvl2pPr>
            <a:lvl3pPr>
              <a:defRPr sz="3000" b="1">
                <a:solidFill>
                  <a:srgbClr val="7C3AED"/>
                </a:solidFill>
                <a:latin typeface="Century Gothic"/>
                <a:ea typeface="Century Gothic"/>
                <a:cs typeface="Century Gothic"/>
              </a:defRPr>
            </a:lvl3pPr>
            <a:lvl4pPr>
              <a:defRPr sz="3000" b="1">
                <a:solidFill>
                  <a:srgbClr val="7C3AED"/>
                </a:solidFill>
                <a:latin typeface="Century Gothic"/>
                <a:ea typeface="Century Gothic"/>
                <a:cs typeface="Century Gothic"/>
              </a:defRPr>
            </a:lvl4pPr>
            <a:lvl5pPr>
              <a:defRPr sz="3000" b="1">
                <a:solidFill>
                  <a:srgbClr val="7C3AED"/>
                </a:solidFill>
                <a:latin typeface="Century Gothic"/>
                <a:ea typeface="Century Gothic"/>
                <a:cs typeface="Century Gothic"/>
              </a:defRPr>
            </a:lvl5pPr>
            <a:lvl6pPr>
              <a:defRPr sz="3000" b="1">
                <a:solidFill>
                  <a:srgbClr val="7C3AED"/>
                </a:solidFill>
                <a:latin typeface="Century Gothic"/>
                <a:ea typeface="Century Gothic"/>
                <a:cs typeface="Century Gothic"/>
              </a:defRPr>
            </a:lvl6pPr>
            <a:lvl7pPr>
              <a:defRPr sz="3000" b="1">
                <a:solidFill>
                  <a:srgbClr val="7C3AED"/>
                </a:solidFill>
                <a:latin typeface="Century Gothic"/>
                <a:ea typeface="Century Gothic"/>
                <a:cs typeface="Century Gothic"/>
              </a:defRPr>
            </a:lvl7pPr>
            <a:lvl8pPr>
              <a:defRPr sz="3000" b="1">
                <a:solidFill>
                  <a:srgbClr val="7C3AED"/>
                </a:solidFill>
                <a:latin typeface="Century Gothic"/>
                <a:ea typeface="Century Gothic"/>
                <a:cs typeface="Century Gothic"/>
              </a:defRPr>
            </a:lvl8pPr>
            <a:lvl9pPr>
              <a:defRPr sz="3000" b="1">
                <a:solidFill>
                  <a:srgbClr val="7C3AED"/>
                </a:solidFill>
                <a:latin typeface="Century Gothic"/>
                <a:ea typeface="Century Gothic"/>
                <a:cs typeface="Century Gothic"/>
              </a:defRPr>
            </a:lvl9pPr>
          </a:lstStyle>
          <a:p xmlns:a="http://schemas.openxmlformats.org/drawingml/2006/main">
            <a:pPr>
              <a:defRPr sz="3000" b="1">
                <a:solidFill>
                  <a:srgbClr val="7C3AED"/>
                </a:solidFill>
                <a:latin typeface="Century Gothic"/>
                <a:ea typeface="Century Gothic"/>
                <a:cs typeface="Century Gothic"/>
              </a:defRPr>
            </a:pPr>
            <a:r>
              <a:rPr sz="3000" b="1">
                <a:solidFill>
                  <a:srgbClr val="7C3AED"/>
                </a:solidFill>
                <a:latin typeface="Century Gothic"/>
                <a:ea typeface="Century Gothic"/>
                <a:cs typeface="Century Gothic"/>
              </a:rPr>
              <a:t>How a check works</a:t>
            </a:r>
          </a:p>
        </p:txBody>
      </p:sp>
      <p:sp>
        <p:nvSpPr>
          <p:cNvPr id="4" name="">
            <a:extLst xmlns:a="http://schemas.openxmlformats.org/drawingml/2006/main">
              <a:ext uri="{FF2B5EF4-FFF2-40B4-BE49-F238E27FC236}">
                <a16:creationId xmlns:a16="http://schemas.microsoft.com/office/drawing/2014/main" id="{D705BE36-DEE1-42CE-86C7-1B758CB488CD}"/>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7C3AED"/>
                </a:solidFill>
                <a:latin typeface="Century Gothic"/>
                <a:ea typeface="Century Gothic"/>
                <a:cs typeface="Century Gothic"/>
              </a:defRPr>
            </a:defPPr>
            <a:lvl1pPr>
              <a:defRPr sz="1050" b="0">
                <a:solidFill>
                  <a:srgbClr val="7C3AED"/>
                </a:solidFill>
                <a:latin typeface="Century Gothic"/>
                <a:ea typeface="Century Gothic"/>
                <a:cs typeface="Century Gothic"/>
              </a:defRPr>
            </a:lvl1pPr>
            <a:lvl2pPr>
              <a:defRPr sz="1050" b="0">
                <a:solidFill>
                  <a:srgbClr val="7C3AED"/>
                </a:solidFill>
                <a:latin typeface="Century Gothic"/>
                <a:ea typeface="Century Gothic"/>
                <a:cs typeface="Century Gothic"/>
              </a:defRPr>
            </a:lvl2pPr>
            <a:lvl3pPr>
              <a:defRPr sz="1050" b="0">
                <a:solidFill>
                  <a:srgbClr val="7C3AED"/>
                </a:solidFill>
                <a:latin typeface="Century Gothic"/>
                <a:ea typeface="Century Gothic"/>
                <a:cs typeface="Century Gothic"/>
              </a:defRPr>
            </a:lvl3pPr>
            <a:lvl4pPr>
              <a:defRPr sz="1050" b="0">
                <a:solidFill>
                  <a:srgbClr val="7C3AED"/>
                </a:solidFill>
                <a:latin typeface="Century Gothic"/>
                <a:ea typeface="Century Gothic"/>
                <a:cs typeface="Century Gothic"/>
              </a:defRPr>
            </a:lvl4pPr>
            <a:lvl5pPr>
              <a:defRPr sz="1050" b="0">
                <a:solidFill>
                  <a:srgbClr val="7C3AED"/>
                </a:solidFill>
                <a:latin typeface="Century Gothic"/>
                <a:ea typeface="Century Gothic"/>
                <a:cs typeface="Century Gothic"/>
              </a:defRPr>
            </a:lvl5pPr>
            <a:lvl6pPr>
              <a:defRPr sz="1050" b="0">
                <a:solidFill>
                  <a:srgbClr val="7C3AED"/>
                </a:solidFill>
                <a:latin typeface="Century Gothic"/>
                <a:ea typeface="Century Gothic"/>
                <a:cs typeface="Century Gothic"/>
              </a:defRPr>
            </a:lvl6pPr>
            <a:lvl7pPr>
              <a:defRPr sz="1050" b="0">
                <a:solidFill>
                  <a:srgbClr val="7C3AED"/>
                </a:solidFill>
                <a:latin typeface="Century Gothic"/>
                <a:ea typeface="Century Gothic"/>
                <a:cs typeface="Century Gothic"/>
              </a:defRPr>
            </a:lvl7pPr>
            <a:lvl8pPr>
              <a:defRPr sz="1050" b="0">
                <a:solidFill>
                  <a:srgbClr val="7C3AED"/>
                </a:solidFill>
                <a:latin typeface="Century Gothic"/>
                <a:ea typeface="Century Gothic"/>
                <a:cs typeface="Century Gothic"/>
              </a:defRPr>
            </a:lvl8pPr>
            <a:lvl9pPr>
              <a:defRPr sz="1050" b="0">
                <a:solidFill>
                  <a:srgbClr val="7C3AED"/>
                </a:solidFill>
                <a:latin typeface="Century Gothic"/>
                <a:ea typeface="Century Gothic"/>
                <a:cs typeface="Century Gothic"/>
              </a:defRPr>
            </a:lvl9pPr>
          </a:lstStyle>
          <a:p xmlns:a="http://schemas.openxmlformats.org/drawingml/2006/main">
            <a:pPr>
              <a:defRPr sz="1050" b="0">
                <a:solidFill>
                  <a:srgbClr val="7C3AED"/>
                </a:solidFill>
                <a:latin typeface="Century Gothic"/>
                <a:ea typeface="Century Gothic"/>
                <a:cs typeface="Century Gothic"/>
              </a:defRPr>
            </a:pPr>
            <a:r>
              <a:rPr sz="1050" b="0">
                <a:solidFill>
                  <a:srgbClr val="7C3AED"/>
                </a:solidFill>
                <a:latin typeface="Century Gothic"/>
                <a:ea typeface="Century Gothic"/>
                <a:cs typeface="Century Gothic"/>
              </a:rPr>
              <a:t>06</a:t>
            </a:r>
          </a:p>
        </p:txBody>
      </p:sp>
      <p:sp>
        <p:nvSpPr>
          <p:cNvPr id="5" name="">
            <a:extLst xmlns:a="http://schemas.openxmlformats.org/drawingml/2006/main">
              <a:ext uri="{FF2B5EF4-FFF2-40B4-BE49-F238E27FC236}">
                <a16:creationId xmlns:a16="http://schemas.microsoft.com/office/drawing/2014/main" id="{15EBDF23-F7C7-44E5-BDBD-C631BD031674}"/>
              </a:ext>
            </a:extLst>
          </p:cNvPr>
          <p:cNvSpPr>
            <a:spLocks xmlns:a="http://schemas.openxmlformats.org/drawingml/2006/main" noGrp="1"/>
          </p:cNvSpPr>
          <p:nvPr/>
        </p:nvSpPr>
        <p:spPr>
          <a:xfrm xmlns:a="http://schemas.openxmlformats.org/drawingml/2006/main">
            <a:off x="590550" y="119062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C3AED"/>
                </a:solidFill>
                <a:latin typeface="Century Gothic"/>
                <a:ea typeface="Century Gothic"/>
                <a:cs typeface="Century Gothic"/>
              </a:defRPr>
            </a:defPPr>
            <a:lvl1pPr>
              <a:defRPr sz="2400" b="1">
                <a:solidFill>
                  <a:srgbClr val="7C3AED"/>
                </a:solidFill>
                <a:latin typeface="Century Gothic"/>
                <a:ea typeface="Century Gothic"/>
                <a:cs typeface="Century Gothic"/>
              </a:defRPr>
            </a:lvl1pPr>
            <a:lvl2pPr>
              <a:defRPr sz="2400" b="1">
                <a:solidFill>
                  <a:srgbClr val="7C3AED"/>
                </a:solidFill>
                <a:latin typeface="Century Gothic"/>
                <a:ea typeface="Century Gothic"/>
                <a:cs typeface="Century Gothic"/>
              </a:defRPr>
            </a:lvl2pPr>
            <a:lvl3pPr>
              <a:defRPr sz="2400" b="1">
                <a:solidFill>
                  <a:srgbClr val="7C3AED"/>
                </a:solidFill>
                <a:latin typeface="Century Gothic"/>
                <a:ea typeface="Century Gothic"/>
                <a:cs typeface="Century Gothic"/>
              </a:defRPr>
            </a:lvl3pPr>
            <a:lvl4pPr>
              <a:defRPr sz="2400" b="1">
                <a:solidFill>
                  <a:srgbClr val="7C3AED"/>
                </a:solidFill>
                <a:latin typeface="Century Gothic"/>
                <a:ea typeface="Century Gothic"/>
                <a:cs typeface="Century Gothic"/>
              </a:defRPr>
            </a:lvl4pPr>
            <a:lvl5pPr>
              <a:defRPr sz="2400" b="1">
                <a:solidFill>
                  <a:srgbClr val="7C3AED"/>
                </a:solidFill>
                <a:latin typeface="Century Gothic"/>
                <a:ea typeface="Century Gothic"/>
                <a:cs typeface="Century Gothic"/>
              </a:defRPr>
            </a:lvl5pPr>
            <a:lvl6pPr>
              <a:defRPr sz="2400" b="1">
                <a:solidFill>
                  <a:srgbClr val="7C3AED"/>
                </a:solidFill>
                <a:latin typeface="Century Gothic"/>
                <a:ea typeface="Century Gothic"/>
                <a:cs typeface="Century Gothic"/>
              </a:defRPr>
            </a:lvl6pPr>
            <a:lvl7pPr>
              <a:defRPr sz="2400" b="1">
                <a:solidFill>
                  <a:srgbClr val="7C3AED"/>
                </a:solidFill>
                <a:latin typeface="Century Gothic"/>
                <a:ea typeface="Century Gothic"/>
                <a:cs typeface="Century Gothic"/>
              </a:defRPr>
            </a:lvl7pPr>
            <a:lvl8pPr>
              <a:defRPr sz="2400" b="1">
                <a:solidFill>
                  <a:srgbClr val="7C3AED"/>
                </a:solidFill>
                <a:latin typeface="Century Gothic"/>
                <a:ea typeface="Century Gothic"/>
                <a:cs typeface="Century Gothic"/>
              </a:defRPr>
            </a:lvl8pPr>
            <a:lvl9pPr>
              <a:defRPr sz="2400" b="1">
                <a:solidFill>
                  <a:srgbClr val="7C3AED"/>
                </a:solidFill>
                <a:latin typeface="Century Gothic"/>
                <a:ea typeface="Century Gothic"/>
                <a:cs typeface="Century Gothic"/>
              </a:defRPr>
            </a:lvl9pPr>
          </a:lstStyle>
          <a:p xmlns:a="http://schemas.openxmlformats.org/drawingml/2006/main">
            <a:pPr>
              <a:defRPr sz="2400" b="1">
                <a:solidFill>
                  <a:srgbClr val="7C3AED"/>
                </a:solidFill>
                <a:latin typeface="Century Gothic"/>
                <a:ea typeface="Century Gothic"/>
                <a:cs typeface="Century Gothic"/>
              </a:defRPr>
            </a:pPr>
            <a:r>
              <a:rPr sz="2400" b="1">
                <a:solidFill>
                  <a:srgbClr val="7C3AED"/>
                </a:solidFill>
                <a:latin typeface="Century Gothic"/>
                <a:ea typeface="Century Gothic"/>
                <a:cs typeface="Century Gothic"/>
              </a:rPr>
              <a:t>01</a:t>
            </a:r>
          </a:p>
        </p:txBody>
      </p:sp>
      <p:sp>
        <p:nvSpPr>
          <p:cNvPr id="6" name="">
            <a:extLst xmlns:a="http://schemas.openxmlformats.org/drawingml/2006/main">
              <a:ext uri="{FF2B5EF4-FFF2-40B4-BE49-F238E27FC236}">
                <a16:creationId xmlns:a16="http://schemas.microsoft.com/office/drawing/2014/main" id="{7BA045AA-F763-46C4-AF0C-1EAC9A90A4F3}"/>
              </a:ext>
            </a:extLst>
          </p:cNvPr>
          <p:cNvSpPr>
            <a:spLocks xmlns:a="http://schemas.openxmlformats.org/drawingml/2006/main" noGrp="1"/>
          </p:cNvSpPr>
          <p:nvPr/>
        </p:nvSpPr>
        <p:spPr>
          <a:xfrm xmlns:a="http://schemas.openxmlformats.org/drawingml/2006/main">
            <a:off x="1190625" y="1190625"/>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A1A2E"/>
                </a:solidFill>
                <a:latin typeface="Century Gothic"/>
                <a:ea typeface="Century Gothic"/>
                <a:cs typeface="Century Gothic"/>
              </a:defRPr>
            </a:defPPr>
            <a:lvl1pPr>
              <a:defRPr sz="2025" b="1">
                <a:solidFill>
                  <a:srgbClr val="1A1A2E"/>
                </a:solidFill>
                <a:latin typeface="Century Gothic"/>
                <a:ea typeface="Century Gothic"/>
                <a:cs typeface="Century Gothic"/>
              </a:defRPr>
            </a:lvl1pPr>
            <a:lvl2pPr>
              <a:defRPr sz="2025" b="1">
                <a:solidFill>
                  <a:srgbClr val="1A1A2E"/>
                </a:solidFill>
                <a:latin typeface="Century Gothic"/>
                <a:ea typeface="Century Gothic"/>
                <a:cs typeface="Century Gothic"/>
              </a:defRPr>
            </a:lvl2pPr>
            <a:lvl3pPr>
              <a:defRPr sz="2025" b="1">
                <a:solidFill>
                  <a:srgbClr val="1A1A2E"/>
                </a:solidFill>
                <a:latin typeface="Century Gothic"/>
                <a:ea typeface="Century Gothic"/>
                <a:cs typeface="Century Gothic"/>
              </a:defRPr>
            </a:lvl3pPr>
            <a:lvl4pPr>
              <a:defRPr sz="2025" b="1">
                <a:solidFill>
                  <a:srgbClr val="1A1A2E"/>
                </a:solidFill>
                <a:latin typeface="Century Gothic"/>
                <a:ea typeface="Century Gothic"/>
                <a:cs typeface="Century Gothic"/>
              </a:defRPr>
            </a:lvl4pPr>
            <a:lvl5pPr>
              <a:defRPr sz="2025" b="1">
                <a:solidFill>
                  <a:srgbClr val="1A1A2E"/>
                </a:solidFill>
                <a:latin typeface="Century Gothic"/>
                <a:ea typeface="Century Gothic"/>
                <a:cs typeface="Century Gothic"/>
              </a:defRPr>
            </a:lvl5pPr>
            <a:lvl6pPr>
              <a:defRPr sz="2025" b="1">
                <a:solidFill>
                  <a:srgbClr val="1A1A2E"/>
                </a:solidFill>
                <a:latin typeface="Century Gothic"/>
                <a:ea typeface="Century Gothic"/>
                <a:cs typeface="Century Gothic"/>
              </a:defRPr>
            </a:lvl6pPr>
            <a:lvl7pPr>
              <a:defRPr sz="2025" b="1">
                <a:solidFill>
                  <a:srgbClr val="1A1A2E"/>
                </a:solidFill>
                <a:latin typeface="Century Gothic"/>
                <a:ea typeface="Century Gothic"/>
                <a:cs typeface="Century Gothic"/>
              </a:defRPr>
            </a:lvl7pPr>
            <a:lvl8pPr>
              <a:defRPr sz="2025" b="1">
                <a:solidFill>
                  <a:srgbClr val="1A1A2E"/>
                </a:solidFill>
                <a:latin typeface="Century Gothic"/>
                <a:ea typeface="Century Gothic"/>
                <a:cs typeface="Century Gothic"/>
              </a:defRPr>
            </a:lvl8pPr>
            <a:lvl9pPr>
              <a:defRPr sz="2025" b="1">
                <a:solidFill>
                  <a:srgbClr val="1A1A2E"/>
                </a:solidFill>
                <a:latin typeface="Century Gothic"/>
                <a:ea typeface="Century Gothic"/>
                <a:cs typeface="Century Gothic"/>
              </a:defRPr>
            </a:lvl9pPr>
          </a:lstStyle>
          <a:p xmlns:a="http://schemas.openxmlformats.org/drawingml/2006/main">
            <a:pPr>
              <a:defRPr sz="2025" b="1">
                <a:solidFill>
                  <a:srgbClr val="1A1A2E"/>
                </a:solidFill>
                <a:latin typeface="Century Gothic"/>
                <a:ea typeface="Century Gothic"/>
                <a:cs typeface="Century Gothic"/>
              </a:defRPr>
            </a:pPr>
            <a:r>
              <a:rPr sz="2025" b="1">
                <a:solidFill>
                  <a:srgbClr val="1A1A2E"/>
                </a:solidFill>
                <a:latin typeface="Century Gothic"/>
                <a:ea typeface="Century Gothic"/>
                <a:cs typeface="Century Gothic"/>
              </a:rPr>
              <a:t>You add the content</a:t>
            </a:r>
          </a:p>
        </p:txBody>
      </p:sp>
      <p:sp>
        <p:nvSpPr>
          <p:cNvPr id="7" name="">
            <a:extLst xmlns:a="http://schemas.openxmlformats.org/drawingml/2006/main">
              <a:ext uri="{FF2B5EF4-FFF2-40B4-BE49-F238E27FC236}">
                <a16:creationId xmlns:a16="http://schemas.microsoft.com/office/drawing/2014/main" id="{17BAF52B-8BEE-407C-A46D-4867615884CE}"/>
              </a:ext>
            </a:extLst>
          </p:cNvPr>
          <p:cNvSpPr>
            <a:spLocks xmlns:a="http://schemas.openxmlformats.org/drawingml/2006/main" noGrp="1"/>
          </p:cNvSpPr>
          <p:nvPr/>
        </p:nvSpPr>
        <p:spPr>
          <a:xfrm xmlns:a="http://schemas.openxmlformats.org/drawingml/2006/main">
            <a:off x="1190625" y="1571625"/>
            <a:ext cx="600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Paste text, attach an email, or upload a QR image</a:t>
            </a:r>
          </a:p>
        </p:txBody>
      </p:sp>
      <p:sp>
        <p:nvSpPr>
          <p:cNvPr id="8" name="">
            <a:extLst xmlns:a="http://schemas.openxmlformats.org/drawingml/2006/main">
              <a:ext uri="{FF2B5EF4-FFF2-40B4-BE49-F238E27FC236}">
                <a16:creationId xmlns:a16="http://schemas.microsoft.com/office/drawing/2014/main" id="{592CCD2F-79AE-4FEB-92BA-F51D81F3A174}"/>
              </a:ext>
            </a:extLst>
          </p:cNvPr>
          <p:cNvSpPr>
            <a:spLocks xmlns:a="http://schemas.openxmlformats.org/drawingml/2006/main" noGrp="1"/>
          </p:cNvSpPr>
          <p:nvPr/>
        </p:nvSpPr>
        <p:spPr>
          <a:xfrm xmlns:a="http://schemas.openxmlformats.org/drawingml/2006/main">
            <a:off x="590550" y="225742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C3AED"/>
                </a:solidFill>
                <a:latin typeface="Century Gothic"/>
                <a:ea typeface="Century Gothic"/>
                <a:cs typeface="Century Gothic"/>
              </a:defRPr>
            </a:defPPr>
            <a:lvl1pPr>
              <a:defRPr sz="2400" b="1">
                <a:solidFill>
                  <a:srgbClr val="7C3AED"/>
                </a:solidFill>
                <a:latin typeface="Century Gothic"/>
                <a:ea typeface="Century Gothic"/>
                <a:cs typeface="Century Gothic"/>
              </a:defRPr>
            </a:lvl1pPr>
            <a:lvl2pPr>
              <a:defRPr sz="2400" b="1">
                <a:solidFill>
                  <a:srgbClr val="7C3AED"/>
                </a:solidFill>
                <a:latin typeface="Century Gothic"/>
                <a:ea typeface="Century Gothic"/>
                <a:cs typeface="Century Gothic"/>
              </a:defRPr>
            </a:lvl2pPr>
            <a:lvl3pPr>
              <a:defRPr sz="2400" b="1">
                <a:solidFill>
                  <a:srgbClr val="7C3AED"/>
                </a:solidFill>
                <a:latin typeface="Century Gothic"/>
                <a:ea typeface="Century Gothic"/>
                <a:cs typeface="Century Gothic"/>
              </a:defRPr>
            </a:lvl3pPr>
            <a:lvl4pPr>
              <a:defRPr sz="2400" b="1">
                <a:solidFill>
                  <a:srgbClr val="7C3AED"/>
                </a:solidFill>
                <a:latin typeface="Century Gothic"/>
                <a:ea typeface="Century Gothic"/>
                <a:cs typeface="Century Gothic"/>
              </a:defRPr>
            </a:lvl4pPr>
            <a:lvl5pPr>
              <a:defRPr sz="2400" b="1">
                <a:solidFill>
                  <a:srgbClr val="7C3AED"/>
                </a:solidFill>
                <a:latin typeface="Century Gothic"/>
                <a:ea typeface="Century Gothic"/>
                <a:cs typeface="Century Gothic"/>
              </a:defRPr>
            </a:lvl5pPr>
            <a:lvl6pPr>
              <a:defRPr sz="2400" b="1">
                <a:solidFill>
                  <a:srgbClr val="7C3AED"/>
                </a:solidFill>
                <a:latin typeface="Century Gothic"/>
                <a:ea typeface="Century Gothic"/>
                <a:cs typeface="Century Gothic"/>
              </a:defRPr>
            </a:lvl6pPr>
            <a:lvl7pPr>
              <a:defRPr sz="2400" b="1">
                <a:solidFill>
                  <a:srgbClr val="7C3AED"/>
                </a:solidFill>
                <a:latin typeface="Century Gothic"/>
                <a:ea typeface="Century Gothic"/>
                <a:cs typeface="Century Gothic"/>
              </a:defRPr>
            </a:lvl7pPr>
            <a:lvl8pPr>
              <a:defRPr sz="2400" b="1">
                <a:solidFill>
                  <a:srgbClr val="7C3AED"/>
                </a:solidFill>
                <a:latin typeface="Century Gothic"/>
                <a:ea typeface="Century Gothic"/>
                <a:cs typeface="Century Gothic"/>
              </a:defRPr>
            </a:lvl8pPr>
            <a:lvl9pPr>
              <a:defRPr sz="2400" b="1">
                <a:solidFill>
                  <a:srgbClr val="7C3AED"/>
                </a:solidFill>
                <a:latin typeface="Century Gothic"/>
                <a:ea typeface="Century Gothic"/>
                <a:cs typeface="Century Gothic"/>
              </a:defRPr>
            </a:lvl9pPr>
          </a:lstStyle>
          <a:p xmlns:a="http://schemas.openxmlformats.org/drawingml/2006/main">
            <a:pPr>
              <a:defRPr sz="2400" b="1">
                <a:solidFill>
                  <a:srgbClr val="7C3AED"/>
                </a:solidFill>
                <a:latin typeface="Century Gothic"/>
                <a:ea typeface="Century Gothic"/>
                <a:cs typeface="Century Gothic"/>
              </a:defRPr>
            </a:pPr>
            <a:r>
              <a:rPr sz="2400" b="1">
                <a:solidFill>
                  <a:srgbClr val="7C3AED"/>
                </a:solidFill>
                <a:latin typeface="Century Gothic"/>
                <a:ea typeface="Century Gothic"/>
                <a:cs typeface="Century Gothic"/>
              </a:rPr>
              <a:t>02</a:t>
            </a:r>
          </a:p>
        </p:txBody>
      </p:sp>
      <p:sp>
        <p:nvSpPr>
          <p:cNvPr id="9" name="">
            <a:extLst xmlns:a="http://schemas.openxmlformats.org/drawingml/2006/main">
              <a:ext uri="{FF2B5EF4-FFF2-40B4-BE49-F238E27FC236}">
                <a16:creationId xmlns:a16="http://schemas.microsoft.com/office/drawing/2014/main" id="{CBA262F4-B8AB-4F13-9DA6-DED5803B9E77}"/>
              </a:ext>
            </a:extLst>
          </p:cNvPr>
          <p:cNvSpPr>
            <a:spLocks xmlns:a="http://schemas.openxmlformats.org/drawingml/2006/main" noGrp="1"/>
          </p:cNvSpPr>
          <p:nvPr/>
        </p:nvSpPr>
        <p:spPr>
          <a:xfrm xmlns:a="http://schemas.openxmlformats.org/drawingml/2006/main">
            <a:off x="1190625" y="2257425"/>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A1A2E"/>
                </a:solidFill>
                <a:latin typeface="Century Gothic"/>
                <a:ea typeface="Century Gothic"/>
                <a:cs typeface="Century Gothic"/>
              </a:defRPr>
            </a:defPPr>
            <a:lvl1pPr>
              <a:defRPr sz="2025" b="1">
                <a:solidFill>
                  <a:srgbClr val="1A1A2E"/>
                </a:solidFill>
                <a:latin typeface="Century Gothic"/>
                <a:ea typeface="Century Gothic"/>
                <a:cs typeface="Century Gothic"/>
              </a:defRPr>
            </a:lvl1pPr>
            <a:lvl2pPr>
              <a:defRPr sz="2025" b="1">
                <a:solidFill>
                  <a:srgbClr val="1A1A2E"/>
                </a:solidFill>
                <a:latin typeface="Century Gothic"/>
                <a:ea typeface="Century Gothic"/>
                <a:cs typeface="Century Gothic"/>
              </a:defRPr>
            </a:lvl2pPr>
            <a:lvl3pPr>
              <a:defRPr sz="2025" b="1">
                <a:solidFill>
                  <a:srgbClr val="1A1A2E"/>
                </a:solidFill>
                <a:latin typeface="Century Gothic"/>
                <a:ea typeface="Century Gothic"/>
                <a:cs typeface="Century Gothic"/>
              </a:defRPr>
            </a:lvl3pPr>
            <a:lvl4pPr>
              <a:defRPr sz="2025" b="1">
                <a:solidFill>
                  <a:srgbClr val="1A1A2E"/>
                </a:solidFill>
                <a:latin typeface="Century Gothic"/>
                <a:ea typeface="Century Gothic"/>
                <a:cs typeface="Century Gothic"/>
              </a:defRPr>
            </a:lvl4pPr>
            <a:lvl5pPr>
              <a:defRPr sz="2025" b="1">
                <a:solidFill>
                  <a:srgbClr val="1A1A2E"/>
                </a:solidFill>
                <a:latin typeface="Century Gothic"/>
                <a:ea typeface="Century Gothic"/>
                <a:cs typeface="Century Gothic"/>
              </a:defRPr>
            </a:lvl5pPr>
            <a:lvl6pPr>
              <a:defRPr sz="2025" b="1">
                <a:solidFill>
                  <a:srgbClr val="1A1A2E"/>
                </a:solidFill>
                <a:latin typeface="Century Gothic"/>
                <a:ea typeface="Century Gothic"/>
                <a:cs typeface="Century Gothic"/>
              </a:defRPr>
            </a:lvl6pPr>
            <a:lvl7pPr>
              <a:defRPr sz="2025" b="1">
                <a:solidFill>
                  <a:srgbClr val="1A1A2E"/>
                </a:solidFill>
                <a:latin typeface="Century Gothic"/>
                <a:ea typeface="Century Gothic"/>
                <a:cs typeface="Century Gothic"/>
              </a:defRPr>
            </a:lvl7pPr>
            <a:lvl8pPr>
              <a:defRPr sz="2025" b="1">
                <a:solidFill>
                  <a:srgbClr val="1A1A2E"/>
                </a:solidFill>
                <a:latin typeface="Century Gothic"/>
                <a:ea typeface="Century Gothic"/>
                <a:cs typeface="Century Gothic"/>
              </a:defRPr>
            </a:lvl8pPr>
            <a:lvl9pPr>
              <a:defRPr sz="2025" b="1">
                <a:solidFill>
                  <a:srgbClr val="1A1A2E"/>
                </a:solidFill>
                <a:latin typeface="Century Gothic"/>
                <a:ea typeface="Century Gothic"/>
                <a:cs typeface="Century Gothic"/>
              </a:defRPr>
            </a:lvl9pPr>
          </a:lstStyle>
          <a:p xmlns:a="http://schemas.openxmlformats.org/drawingml/2006/main">
            <a:pPr>
              <a:defRPr sz="2025" b="1">
                <a:solidFill>
                  <a:srgbClr val="1A1A2E"/>
                </a:solidFill>
                <a:latin typeface="Century Gothic"/>
                <a:ea typeface="Century Gothic"/>
                <a:cs typeface="Century Gothic"/>
              </a:defRPr>
            </a:pPr>
            <a:r>
              <a:rPr sz="2025" b="1">
                <a:solidFill>
                  <a:srgbClr val="1A1A2E"/>
                </a:solidFill>
                <a:latin typeface="Century Gothic"/>
                <a:ea typeface="Century Gothic"/>
                <a:cs typeface="Century Gothic"/>
              </a:rPr>
              <a:t>Maso runs the checks</a:t>
            </a:r>
          </a:p>
        </p:txBody>
      </p:sp>
      <p:sp>
        <p:nvSpPr>
          <p:cNvPr id="10" name="">
            <a:extLst xmlns:a="http://schemas.openxmlformats.org/drawingml/2006/main">
              <a:ext uri="{FF2B5EF4-FFF2-40B4-BE49-F238E27FC236}">
                <a16:creationId xmlns:a16="http://schemas.microsoft.com/office/drawing/2014/main" id="{BE05F638-7321-4BEE-8F0B-F9130AAC8F23}"/>
              </a:ext>
            </a:extLst>
          </p:cNvPr>
          <p:cNvSpPr>
            <a:spLocks xmlns:a="http://schemas.openxmlformats.org/drawingml/2006/main" noGrp="1"/>
          </p:cNvSpPr>
          <p:nvPr/>
        </p:nvSpPr>
        <p:spPr>
          <a:xfrm xmlns:a="http://schemas.openxmlformats.org/drawingml/2006/main">
            <a:off x="1190625" y="2638425"/>
            <a:ext cx="600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AI examines the text and links. OpenPhish checks reported links.</a:t>
            </a:r>
          </a:p>
        </p:txBody>
      </p:sp>
      <p:sp>
        <p:nvSpPr>
          <p:cNvPr id="11" name="">
            <a:extLst xmlns:a="http://schemas.openxmlformats.org/drawingml/2006/main">
              <a:ext uri="{FF2B5EF4-FFF2-40B4-BE49-F238E27FC236}">
                <a16:creationId xmlns:a16="http://schemas.microsoft.com/office/drawing/2014/main" id="{E0F40D3B-FC3F-4261-9449-85F94E5EBD4D}"/>
              </a:ext>
            </a:extLst>
          </p:cNvPr>
          <p:cNvSpPr>
            <a:spLocks xmlns:a="http://schemas.openxmlformats.org/drawingml/2006/main" noGrp="1"/>
          </p:cNvSpPr>
          <p:nvPr/>
        </p:nvSpPr>
        <p:spPr>
          <a:xfrm xmlns:a="http://schemas.openxmlformats.org/drawingml/2006/main">
            <a:off x="590550" y="332422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C3AED"/>
                </a:solidFill>
                <a:latin typeface="Century Gothic"/>
                <a:ea typeface="Century Gothic"/>
                <a:cs typeface="Century Gothic"/>
              </a:defRPr>
            </a:defPPr>
            <a:lvl1pPr>
              <a:defRPr sz="2400" b="1">
                <a:solidFill>
                  <a:srgbClr val="7C3AED"/>
                </a:solidFill>
                <a:latin typeface="Century Gothic"/>
                <a:ea typeface="Century Gothic"/>
                <a:cs typeface="Century Gothic"/>
              </a:defRPr>
            </a:lvl1pPr>
            <a:lvl2pPr>
              <a:defRPr sz="2400" b="1">
                <a:solidFill>
                  <a:srgbClr val="7C3AED"/>
                </a:solidFill>
                <a:latin typeface="Century Gothic"/>
                <a:ea typeface="Century Gothic"/>
                <a:cs typeface="Century Gothic"/>
              </a:defRPr>
            </a:lvl2pPr>
            <a:lvl3pPr>
              <a:defRPr sz="2400" b="1">
                <a:solidFill>
                  <a:srgbClr val="7C3AED"/>
                </a:solidFill>
                <a:latin typeface="Century Gothic"/>
                <a:ea typeface="Century Gothic"/>
                <a:cs typeface="Century Gothic"/>
              </a:defRPr>
            </a:lvl3pPr>
            <a:lvl4pPr>
              <a:defRPr sz="2400" b="1">
                <a:solidFill>
                  <a:srgbClr val="7C3AED"/>
                </a:solidFill>
                <a:latin typeface="Century Gothic"/>
                <a:ea typeface="Century Gothic"/>
                <a:cs typeface="Century Gothic"/>
              </a:defRPr>
            </a:lvl4pPr>
            <a:lvl5pPr>
              <a:defRPr sz="2400" b="1">
                <a:solidFill>
                  <a:srgbClr val="7C3AED"/>
                </a:solidFill>
                <a:latin typeface="Century Gothic"/>
                <a:ea typeface="Century Gothic"/>
                <a:cs typeface="Century Gothic"/>
              </a:defRPr>
            </a:lvl5pPr>
            <a:lvl6pPr>
              <a:defRPr sz="2400" b="1">
                <a:solidFill>
                  <a:srgbClr val="7C3AED"/>
                </a:solidFill>
                <a:latin typeface="Century Gothic"/>
                <a:ea typeface="Century Gothic"/>
                <a:cs typeface="Century Gothic"/>
              </a:defRPr>
            </a:lvl6pPr>
            <a:lvl7pPr>
              <a:defRPr sz="2400" b="1">
                <a:solidFill>
                  <a:srgbClr val="7C3AED"/>
                </a:solidFill>
                <a:latin typeface="Century Gothic"/>
                <a:ea typeface="Century Gothic"/>
                <a:cs typeface="Century Gothic"/>
              </a:defRPr>
            </a:lvl7pPr>
            <a:lvl8pPr>
              <a:defRPr sz="2400" b="1">
                <a:solidFill>
                  <a:srgbClr val="7C3AED"/>
                </a:solidFill>
                <a:latin typeface="Century Gothic"/>
                <a:ea typeface="Century Gothic"/>
                <a:cs typeface="Century Gothic"/>
              </a:defRPr>
            </a:lvl8pPr>
            <a:lvl9pPr>
              <a:defRPr sz="2400" b="1">
                <a:solidFill>
                  <a:srgbClr val="7C3AED"/>
                </a:solidFill>
                <a:latin typeface="Century Gothic"/>
                <a:ea typeface="Century Gothic"/>
                <a:cs typeface="Century Gothic"/>
              </a:defRPr>
            </a:lvl9pPr>
          </a:lstStyle>
          <a:p xmlns:a="http://schemas.openxmlformats.org/drawingml/2006/main">
            <a:pPr>
              <a:defRPr sz="2400" b="1">
                <a:solidFill>
                  <a:srgbClr val="7C3AED"/>
                </a:solidFill>
                <a:latin typeface="Century Gothic"/>
                <a:ea typeface="Century Gothic"/>
                <a:cs typeface="Century Gothic"/>
              </a:defRPr>
            </a:pPr>
            <a:r>
              <a:rPr sz="2400" b="1">
                <a:solidFill>
                  <a:srgbClr val="7C3AED"/>
                </a:solidFill>
                <a:latin typeface="Century Gothic"/>
                <a:ea typeface="Century Gothic"/>
                <a:cs typeface="Century Gothic"/>
              </a:rPr>
              <a:t>03</a:t>
            </a:r>
          </a:p>
        </p:txBody>
      </p:sp>
      <p:sp>
        <p:nvSpPr>
          <p:cNvPr id="12" name="">
            <a:extLst xmlns:a="http://schemas.openxmlformats.org/drawingml/2006/main">
              <a:ext uri="{FF2B5EF4-FFF2-40B4-BE49-F238E27FC236}">
                <a16:creationId xmlns:a16="http://schemas.microsoft.com/office/drawing/2014/main" id="{5EF87AFC-801D-4307-9D67-5374E3398475}"/>
              </a:ext>
            </a:extLst>
          </p:cNvPr>
          <p:cNvSpPr>
            <a:spLocks xmlns:a="http://schemas.openxmlformats.org/drawingml/2006/main" noGrp="1"/>
          </p:cNvSpPr>
          <p:nvPr/>
        </p:nvSpPr>
        <p:spPr>
          <a:xfrm xmlns:a="http://schemas.openxmlformats.org/drawingml/2006/main">
            <a:off x="1190625" y="3324225"/>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A1A2E"/>
                </a:solidFill>
                <a:latin typeface="Century Gothic"/>
                <a:ea typeface="Century Gothic"/>
                <a:cs typeface="Century Gothic"/>
              </a:defRPr>
            </a:defPPr>
            <a:lvl1pPr>
              <a:defRPr sz="2025" b="1">
                <a:solidFill>
                  <a:srgbClr val="1A1A2E"/>
                </a:solidFill>
                <a:latin typeface="Century Gothic"/>
                <a:ea typeface="Century Gothic"/>
                <a:cs typeface="Century Gothic"/>
              </a:defRPr>
            </a:lvl1pPr>
            <a:lvl2pPr>
              <a:defRPr sz="2025" b="1">
                <a:solidFill>
                  <a:srgbClr val="1A1A2E"/>
                </a:solidFill>
                <a:latin typeface="Century Gothic"/>
                <a:ea typeface="Century Gothic"/>
                <a:cs typeface="Century Gothic"/>
              </a:defRPr>
            </a:lvl2pPr>
            <a:lvl3pPr>
              <a:defRPr sz="2025" b="1">
                <a:solidFill>
                  <a:srgbClr val="1A1A2E"/>
                </a:solidFill>
                <a:latin typeface="Century Gothic"/>
                <a:ea typeface="Century Gothic"/>
                <a:cs typeface="Century Gothic"/>
              </a:defRPr>
            </a:lvl3pPr>
            <a:lvl4pPr>
              <a:defRPr sz="2025" b="1">
                <a:solidFill>
                  <a:srgbClr val="1A1A2E"/>
                </a:solidFill>
                <a:latin typeface="Century Gothic"/>
                <a:ea typeface="Century Gothic"/>
                <a:cs typeface="Century Gothic"/>
              </a:defRPr>
            </a:lvl4pPr>
            <a:lvl5pPr>
              <a:defRPr sz="2025" b="1">
                <a:solidFill>
                  <a:srgbClr val="1A1A2E"/>
                </a:solidFill>
                <a:latin typeface="Century Gothic"/>
                <a:ea typeface="Century Gothic"/>
                <a:cs typeface="Century Gothic"/>
              </a:defRPr>
            </a:lvl5pPr>
            <a:lvl6pPr>
              <a:defRPr sz="2025" b="1">
                <a:solidFill>
                  <a:srgbClr val="1A1A2E"/>
                </a:solidFill>
                <a:latin typeface="Century Gothic"/>
                <a:ea typeface="Century Gothic"/>
                <a:cs typeface="Century Gothic"/>
              </a:defRPr>
            </a:lvl6pPr>
            <a:lvl7pPr>
              <a:defRPr sz="2025" b="1">
                <a:solidFill>
                  <a:srgbClr val="1A1A2E"/>
                </a:solidFill>
                <a:latin typeface="Century Gothic"/>
                <a:ea typeface="Century Gothic"/>
                <a:cs typeface="Century Gothic"/>
              </a:defRPr>
            </a:lvl7pPr>
            <a:lvl8pPr>
              <a:defRPr sz="2025" b="1">
                <a:solidFill>
                  <a:srgbClr val="1A1A2E"/>
                </a:solidFill>
                <a:latin typeface="Century Gothic"/>
                <a:ea typeface="Century Gothic"/>
                <a:cs typeface="Century Gothic"/>
              </a:defRPr>
            </a:lvl8pPr>
            <a:lvl9pPr>
              <a:defRPr sz="2025" b="1">
                <a:solidFill>
                  <a:srgbClr val="1A1A2E"/>
                </a:solidFill>
                <a:latin typeface="Century Gothic"/>
                <a:ea typeface="Century Gothic"/>
                <a:cs typeface="Century Gothic"/>
              </a:defRPr>
            </a:lvl9pPr>
          </a:lstStyle>
          <a:p xmlns:a="http://schemas.openxmlformats.org/drawingml/2006/main">
            <a:pPr>
              <a:defRPr sz="2025" b="1">
                <a:solidFill>
                  <a:srgbClr val="1A1A2E"/>
                </a:solidFill>
                <a:latin typeface="Century Gothic"/>
                <a:ea typeface="Century Gothic"/>
                <a:cs typeface="Century Gothic"/>
              </a:defRPr>
            </a:pPr>
            <a:r>
              <a:rPr sz="2025" b="1">
                <a:solidFill>
                  <a:srgbClr val="1A1A2E"/>
                </a:solidFill>
                <a:latin typeface="Century Gothic"/>
                <a:ea typeface="Century Gothic"/>
                <a:cs typeface="Century Gothic"/>
              </a:rPr>
              <a:t>You get a next step</a:t>
            </a:r>
          </a:p>
        </p:txBody>
      </p:sp>
      <p:sp>
        <p:nvSpPr>
          <p:cNvPr id="13" name="">
            <a:extLst xmlns:a="http://schemas.openxmlformats.org/drawingml/2006/main">
              <a:ext uri="{FF2B5EF4-FFF2-40B4-BE49-F238E27FC236}">
                <a16:creationId xmlns:a16="http://schemas.microsoft.com/office/drawing/2014/main" id="{26EC3DBD-B8EE-4D64-887D-484BFD385474}"/>
              </a:ext>
            </a:extLst>
          </p:cNvPr>
          <p:cNvSpPr>
            <a:spLocks xmlns:a="http://schemas.openxmlformats.org/drawingml/2006/main" noGrp="1"/>
          </p:cNvSpPr>
          <p:nvPr/>
        </p:nvSpPr>
        <p:spPr>
          <a:xfrm xmlns:a="http://schemas.openxmlformats.org/drawingml/2006/main">
            <a:off x="1190625" y="3705225"/>
            <a:ext cx="600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A short result helps you decide whether to stop and verify</a:t>
            </a:r>
          </a:p>
        </p:txBody>
      </p:sp>
      <p:pic>
        <p:nvPicPr>
          <p:cNvPr id="14" name="">
            <a:extLst xmlns:a="http://schemas.openxmlformats.org/drawingml/2006/main">
              <a:ext uri="{FF2B5EF4-FFF2-40B4-BE49-F238E27FC236}">
                <a16:creationId xmlns:a16="http://schemas.microsoft.com/office/drawing/2014/main" id="{4B3A2E77-66A5-439E-9750-9A3677C50FBF}"/>
              </a:ext>
            </a:extLst>
          </p:cNvPr>
          <p:cNvPicPr>
            <a:picLocks xmlns:a="http://schemas.openxmlformats.org/drawingml/2006/main" noChangeAspect="1"/>
          </p:cNvPicPr>
          <p:nvPr/>
        </p:nvPicPr>
        <p:blipFill>
          <a:blip xmlns:r="http://schemas.openxmlformats.org/officeDocument/2006/relationships" xmlns:a="http://schemas.openxmlformats.org/drawingml/2006/main" r:embed="Rd0f9b166c8284ae4">
            <a:extLst>
              <a:ext uri="{96DAC541-7B7A-43D3-8B79-37D633B846F1}">
                <asvg:svgBlip xmlns:asvg="http://schemas.microsoft.com/office/drawing/2016/SVG/main" r:embed="R0f59a26ccd3848fe"/>
              </a:ext>
            </a:extLst>
          </a:blip>
          <a:stretch xmlns:a="http://schemas.openxmlformats.org/drawingml/2006/main"/>
        </p:blipFill>
        <p:spPr>
          <a:xfrm xmlns:a="http://schemas.openxmlformats.org/drawingml/2006/main">
            <a:off x="7524750" y="1714500"/>
            <a:ext cx="1047750" cy="1047750"/>
          </a:xfrm>
          <a:prstGeom xmlns:a="http://schemas.openxmlformats.org/drawingml/2006/main" prst="rect">
            <a:avLst/>
          </a:prstGeom>
        </p:spPr>
      </p:pic>
    </p:spTree>
    <p:extLst>
      <p:ext uri="{BB962C8B-B14F-4D97-AF65-F5344CB8AC3E}">
        <p14:creationId xmlns:p14="http://schemas.microsoft.com/office/powerpoint/2010/main" val="9249838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5743615-687B-4BE2-8FC3-6F0110DBAB18}"/>
              </a:ext>
            </a:extLst>
          </p:cNvPr>
          <p:cNvPicPr>
            <a:picLocks xmlns:a="http://schemas.openxmlformats.org/drawingml/2006/main" noChangeAspect="1"/>
          </p:cNvPicPr>
          <p:nvPr/>
        </p:nvPicPr>
        <p:blipFill>
          <a:blip xmlns:r="http://schemas.openxmlformats.org/officeDocument/2006/relationships" xmlns:a="http://schemas.openxmlformats.org/drawingml/2006/main" r:embed="R250d1a6889054df1">
            <a:extLst>
              <a:ext uri="{96DAC541-7B7A-43D3-8B79-37D633B846F1}">
                <asvg:svgBlip xmlns:asvg="http://schemas.microsoft.com/office/drawing/2016/SVG/main" r:embed="Ra510ad5012314b3f"/>
              </a:ext>
            </a:extLst>
          </a:blip>
          <a:stretch xmlns:a="http://schemas.openxmlformats.org/drawingml/2006/main"/>
        </p:blipFill>
        <p:spPr>
          <a:xfrm xmlns:a="http://schemas.openxmlformats.org/drawingml/2006/main">
            <a:off x="7677150" y="0"/>
            <a:ext cx="1466850" cy="146685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D1F381C6-697C-41C0-B38E-7E238CBD72CA}"/>
              </a:ext>
            </a:extLst>
          </p:cNvPr>
          <p:cNvPicPr>
            <a:picLocks xmlns:a="http://schemas.openxmlformats.org/drawingml/2006/main" noChangeAspect="1"/>
          </p:cNvPicPr>
          <p:nvPr/>
        </p:nvPicPr>
        <p:blipFill>
          <a:blip xmlns:r="http://schemas.openxmlformats.org/officeDocument/2006/relationships" xmlns:a="http://schemas.openxmlformats.org/drawingml/2006/main" r:embed="Rae5ce8d8effe44cb">
            <a:extLst>
              <a:ext uri="{96DAC541-7B7A-43D3-8B79-37D633B846F1}">
                <asvg:svgBlip xmlns:asvg="http://schemas.microsoft.com/office/drawing/2016/SVG/main" r:embed="Rd36e891912a345fe"/>
              </a:ext>
            </a:extLst>
          </a:blip>
          <a:stretch xmlns:a="http://schemas.openxmlformats.org/drawingml/2006/main"/>
        </p:blipFill>
        <p:spPr>
          <a:xfrm xmlns:a="http://schemas.openxmlformats.org/drawingml/2006/main">
            <a:off x="0" y="3924300"/>
            <a:ext cx="1162050" cy="11620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25550FD-353C-4080-8CED-26AB697E1E20}"/>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7C3AED"/>
                </a:solidFill>
                <a:latin typeface="Century Gothic"/>
                <a:ea typeface="Century Gothic"/>
                <a:cs typeface="Century Gothic"/>
              </a:defRPr>
            </a:defPPr>
            <a:lvl1pPr>
              <a:defRPr sz="3000" b="1">
                <a:solidFill>
                  <a:srgbClr val="7C3AED"/>
                </a:solidFill>
                <a:latin typeface="Century Gothic"/>
                <a:ea typeface="Century Gothic"/>
                <a:cs typeface="Century Gothic"/>
              </a:defRPr>
            </a:lvl1pPr>
            <a:lvl2pPr>
              <a:defRPr sz="3000" b="1">
                <a:solidFill>
                  <a:srgbClr val="7C3AED"/>
                </a:solidFill>
                <a:latin typeface="Century Gothic"/>
                <a:ea typeface="Century Gothic"/>
                <a:cs typeface="Century Gothic"/>
              </a:defRPr>
            </a:lvl2pPr>
            <a:lvl3pPr>
              <a:defRPr sz="3000" b="1">
                <a:solidFill>
                  <a:srgbClr val="7C3AED"/>
                </a:solidFill>
                <a:latin typeface="Century Gothic"/>
                <a:ea typeface="Century Gothic"/>
                <a:cs typeface="Century Gothic"/>
              </a:defRPr>
            </a:lvl3pPr>
            <a:lvl4pPr>
              <a:defRPr sz="3000" b="1">
                <a:solidFill>
                  <a:srgbClr val="7C3AED"/>
                </a:solidFill>
                <a:latin typeface="Century Gothic"/>
                <a:ea typeface="Century Gothic"/>
                <a:cs typeface="Century Gothic"/>
              </a:defRPr>
            </a:lvl4pPr>
            <a:lvl5pPr>
              <a:defRPr sz="3000" b="1">
                <a:solidFill>
                  <a:srgbClr val="7C3AED"/>
                </a:solidFill>
                <a:latin typeface="Century Gothic"/>
                <a:ea typeface="Century Gothic"/>
                <a:cs typeface="Century Gothic"/>
              </a:defRPr>
            </a:lvl5pPr>
            <a:lvl6pPr>
              <a:defRPr sz="3000" b="1">
                <a:solidFill>
                  <a:srgbClr val="7C3AED"/>
                </a:solidFill>
                <a:latin typeface="Century Gothic"/>
                <a:ea typeface="Century Gothic"/>
                <a:cs typeface="Century Gothic"/>
              </a:defRPr>
            </a:lvl6pPr>
            <a:lvl7pPr>
              <a:defRPr sz="3000" b="1">
                <a:solidFill>
                  <a:srgbClr val="7C3AED"/>
                </a:solidFill>
                <a:latin typeface="Century Gothic"/>
                <a:ea typeface="Century Gothic"/>
                <a:cs typeface="Century Gothic"/>
              </a:defRPr>
            </a:lvl7pPr>
            <a:lvl8pPr>
              <a:defRPr sz="3000" b="1">
                <a:solidFill>
                  <a:srgbClr val="7C3AED"/>
                </a:solidFill>
                <a:latin typeface="Century Gothic"/>
                <a:ea typeface="Century Gothic"/>
                <a:cs typeface="Century Gothic"/>
              </a:defRPr>
            </a:lvl8pPr>
            <a:lvl9pPr>
              <a:defRPr sz="3000" b="1">
                <a:solidFill>
                  <a:srgbClr val="7C3AED"/>
                </a:solidFill>
                <a:latin typeface="Century Gothic"/>
                <a:ea typeface="Century Gothic"/>
                <a:cs typeface="Century Gothic"/>
              </a:defRPr>
            </a:lvl9pPr>
          </a:lstStyle>
          <a:p xmlns:a="http://schemas.openxmlformats.org/drawingml/2006/main">
            <a:pPr>
              <a:defRPr sz="3000" b="1">
                <a:solidFill>
                  <a:srgbClr val="7C3AED"/>
                </a:solidFill>
                <a:latin typeface="Century Gothic"/>
                <a:ea typeface="Century Gothic"/>
                <a:cs typeface="Century Gothic"/>
              </a:defRPr>
            </a:pPr>
            <a:r>
              <a:rPr sz="3000" b="1">
                <a:solidFill>
                  <a:srgbClr val="7C3AED"/>
                </a:solidFill>
                <a:latin typeface="Century Gothic"/>
                <a:ea typeface="Century Gothic"/>
                <a:cs typeface="Century Gothic"/>
              </a:rPr>
              <a:t>The AI behind Maso</a:t>
            </a:r>
          </a:p>
        </p:txBody>
      </p:sp>
      <p:sp>
        <p:nvSpPr>
          <p:cNvPr id="4" name="">
            <a:extLst xmlns:a="http://schemas.openxmlformats.org/drawingml/2006/main">
              <a:ext uri="{FF2B5EF4-FFF2-40B4-BE49-F238E27FC236}">
                <a16:creationId xmlns:a16="http://schemas.microsoft.com/office/drawing/2014/main" id="{E337E2B8-51A3-40BB-BBCF-060772ED9B46}"/>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7C3AED"/>
                </a:solidFill>
                <a:latin typeface="Century Gothic"/>
                <a:ea typeface="Century Gothic"/>
                <a:cs typeface="Century Gothic"/>
              </a:defRPr>
            </a:defPPr>
            <a:lvl1pPr>
              <a:defRPr sz="1050" b="0">
                <a:solidFill>
                  <a:srgbClr val="7C3AED"/>
                </a:solidFill>
                <a:latin typeface="Century Gothic"/>
                <a:ea typeface="Century Gothic"/>
                <a:cs typeface="Century Gothic"/>
              </a:defRPr>
            </a:lvl1pPr>
            <a:lvl2pPr>
              <a:defRPr sz="1050" b="0">
                <a:solidFill>
                  <a:srgbClr val="7C3AED"/>
                </a:solidFill>
                <a:latin typeface="Century Gothic"/>
                <a:ea typeface="Century Gothic"/>
                <a:cs typeface="Century Gothic"/>
              </a:defRPr>
            </a:lvl2pPr>
            <a:lvl3pPr>
              <a:defRPr sz="1050" b="0">
                <a:solidFill>
                  <a:srgbClr val="7C3AED"/>
                </a:solidFill>
                <a:latin typeface="Century Gothic"/>
                <a:ea typeface="Century Gothic"/>
                <a:cs typeface="Century Gothic"/>
              </a:defRPr>
            </a:lvl3pPr>
            <a:lvl4pPr>
              <a:defRPr sz="1050" b="0">
                <a:solidFill>
                  <a:srgbClr val="7C3AED"/>
                </a:solidFill>
                <a:latin typeface="Century Gothic"/>
                <a:ea typeface="Century Gothic"/>
                <a:cs typeface="Century Gothic"/>
              </a:defRPr>
            </a:lvl4pPr>
            <a:lvl5pPr>
              <a:defRPr sz="1050" b="0">
                <a:solidFill>
                  <a:srgbClr val="7C3AED"/>
                </a:solidFill>
                <a:latin typeface="Century Gothic"/>
                <a:ea typeface="Century Gothic"/>
                <a:cs typeface="Century Gothic"/>
              </a:defRPr>
            </a:lvl5pPr>
            <a:lvl6pPr>
              <a:defRPr sz="1050" b="0">
                <a:solidFill>
                  <a:srgbClr val="7C3AED"/>
                </a:solidFill>
                <a:latin typeface="Century Gothic"/>
                <a:ea typeface="Century Gothic"/>
                <a:cs typeface="Century Gothic"/>
              </a:defRPr>
            </a:lvl6pPr>
            <a:lvl7pPr>
              <a:defRPr sz="1050" b="0">
                <a:solidFill>
                  <a:srgbClr val="7C3AED"/>
                </a:solidFill>
                <a:latin typeface="Century Gothic"/>
                <a:ea typeface="Century Gothic"/>
                <a:cs typeface="Century Gothic"/>
              </a:defRPr>
            </a:lvl7pPr>
            <a:lvl8pPr>
              <a:defRPr sz="1050" b="0">
                <a:solidFill>
                  <a:srgbClr val="7C3AED"/>
                </a:solidFill>
                <a:latin typeface="Century Gothic"/>
                <a:ea typeface="Century Gothic"/>
                <a:cs typeface="Century Gothic"/>
              </a:defRPr>
            </a:lvl8pPr>
            <a:lvl9pPr>
              <a:defRPr sz="1050" b="0">
                <a:solidFill>
                  <a:srgbClr val="7C3AED"/>
                </a:solidFill>
                <a:latin typeface="Century Gothic"/>
                <a:ea typeface="Century Gothic"/>
                <a:cs typeface="Century Gothic"/>
              </a:defRPr>
            </a:lvl9pPr>
          </a:lstStyle>
          <a:p xmlns:a="http://schemas.openxmlformats.org/drawingml/2006/main">
            <a:pPr>
              <a:defRPr sz="1050" b="0">
                <a:solidFill>
                  <a:srgbClr val="7C3AED"/>
                </a:solidFill>
                <a:latin typeface="Century Gothic"/>
                <a:ea typeface="Century Gothic"/>
                <a:cs typeface="Century Gothic"/>
              </a:defRPr>
            </a:pPr>
            <a:r>
              <a:rPr sz="1050" b="0">
                <a:solidFill>
                  <a:srgbClr val="7C3AED"/>
                </a:solidFill>
                <a:latin typeface="Century Gothic"/>
                <a:ea typeface="Century Gothic"/>
                <a:cs typeface="Century Gothic"/>
              </a:rPr>
              <a:t>07</a:t>
            </a:r>
          </a:p>
        </p:txBody>
      </p:sp>
      <p:sp>
        <p:nvSpPr>
          <p:cNvPr id="5" name="">
            <a:extLst xmlns:a="http://schemas.openxmlformats.org/drawingml/2006/main">
              <a:ext uri="{FF2B5EF4-FFF2-40B4-BE49-F238E27FC236}">
                <a16:creationId xmlns:a16="http://schemas.microsoft.com/office/drawing/2014/main" id="{D8EB002E-9F7E-4FBE-9C83-0A84F05A2653}"/>
              </a:ext>
            </a:extLst>
          </p:cNvPr>
          <p:cNvSpPr>
            <a:spLocks xmlns:a="http://schemas.openxmlformats.org/drawingml/2006/main" noGrp="1"/>
          </p:cNvSpPr>
          <p:nvPr/>
        </p:nvSpPr>
        <p:spPr>
          <a:xfrm xmlns:a="http://schemas.openxmlformats.org/drawingml/2006/main">
            <a:off x="628650" y="135255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7C3AED"/>
                </a:solidFill>
                <a:latin typeface="Century Gothic"/>
                <a:ea typeface="Century Gothic"/>
                <a:cs typeface="Century Gothic"/>
              </a:defRPr>
            </a:defPPr>
            <a:lvl1pPr>
              <a:defRPr sz="3225" b="1">
                <a:solidFill>
                  <a:srgbClr val="7C3AED"/>
                </a:solidFill>
                <a:latin typeface="Century Gothic"/>
                <a:ea typeface="Century Gothic"/>
                <a:cs typeface="Century Gothic"/>
              </a:defRPr>
            </a:lvl1pPr>
            <a:lvl2pPr>
              <a:defRPr sz="3225" b="1">
                <a:solidFill>
                  <a:srgbClr val="7C3AED"/>
                </a:solidFill>
                <a:latin typeface="Century Gothic"/>
                <a:ea typeface="Century Gothic"/>
                <a:cs typeface="Century Gothic"/>
              </a:defRPr>
            </a:lvl2pPr>
            <a:lvl3pPr>
              <a:defRPr sz="3225" b="1">
                <a:solidFill>
                  <a:srgbClr val="7C3AED"/>
                </a:solidFill>
                <a:latin typeface="Century Gothic"/>
                <a:ea typeface="Century Gothic"/>
                <a:cs typeface="Century Gothic"/>
              </a:defRPr>
            </a:lvl3pPr>
            <a:lvl4pPr>
              <a:defRPr sz="3225" b="1">
                <a:solidFill>
                  <a:srgbClr val="7C3AED"/>
                </a:solidFill>
                <a:latin typeface="Century Gothic"/>
                <a:ea typeface="Century Gothic"/>
                <a:cs typeface="Century Gothic"/>
              </a:defRPr>
            </a:lvl4pPr>
            <a:lvl5pPr>
              <a:defRPr sz="3225" b="1">
                <a:solidFill>
                  <a:srgbClr val="7C3AED"/>
                </a:solidFill>
                <a:latin typeface="Century Gothic"/>
                <a:ea typeface="Century Gothic"/>
                <a:cs typeface="Century Gothic"/>
              </a:defRPr>
            </a:lvl5pPr>
            <a:lvl6pPr>
              <a:defRPr sz="3225" b="1">
                <a:solidFill>
                  <a:srgbClr val="7C3AED"/>
                </a:solidFill>
                <a:latin typeface="Century Gothic"/>
                <a:ea typeface="Century Gothic"/>
                <a:cs typeface="Century Gothic"/>
              </a:defRPr>
            </a:lvl6pPr>
            <a:lvl7pPr>
              <a:defRPr sz="3225" b="1">
                <a:solidFill>
                  <a:srgbClr val="7C3AED"/>
                </a:solidFill>
                <a:latin typeface="Century Gothic"/>
                <a:ea typeface="Century Gothic"/>
                <a:cs typeface="Century Gothic"/>
              </a:defRPr>
            </a:lvl7pPr>
            <a:lvl8pPr>
              <a:defRPr sz="3225" b="1">
                <a:solidFill>
                  <a:srgbClr val="7C3AED"/>
                </a:solidFill>
                <a:latin typeface="Century Gothic"/>
                <a:ea typeface="Century Gothic"/>
                <a:cs typeface="Century Gothic"/>
              </a:defRPr>
            </a:lvl8pPr>
            <a:lvl9pPr>
              <a:defRPr sz="3225" b="1">
                <a:solidFill>
                  <a:srgbClr val="7C3AED"/>
                </a:solidFill>
                <a:latin typeface="Century Gothic"/>
                <a:ea typeface="Century Gothic"/>
                <a:cs typeface="Century Gothic"/>
              </a:defRPr>
            </a:lvl9pPr>
          </a:lstStyle>
          <a:p xmlns:a="http://schemas.openxmlformats.org/drawingml/2006/main">
            <a:pPr>
              <a:defRPr sz="3225" b="1">
                <a:solidFill>
                  <a:srgbClr val="7C3AED"/>
                </a:solidFill>
                <a:latin typeface="Century Gothic"/>
                <a:ea typeface="Century Gothic"/>
                <a:cs typeface="Century Gothic"/>
              </a:defRPr>
            </a:pPr>
            <a:r>
              <a:rPr sz="3225" b="1">
                <a:solidFill>
                  <a:srgbClr val="7C3AED"/>
                </a:solidFill>
                <a:latin typeface="Century Gothic"/>
                <a:ea typeface="Century Gothic"/>
                <a:cs typeface="Century Gothic"/>
              </a:rPr>
              <a:t>BERT</a:t>
            </a:r>
          </a:p>
        </p:txBody>
      </p:sp>
      <p:sp>
        <p:nvSpPr>
          <p:cNvPr id="6" name="">
            <a:extLst xmlns:a="http://schemas.openxmlformats.org/drawingml/2006/main">
              <a:ext uri="{FF2B5EF4-FFF2-40B4-BE49-F238E27FC236}">
                <a16:creationId xmlns:a16="http://schemas.microsoft.com/office/drawing/2014/main" id="{EC4A533E-DFF2-458B-807F-68A4076C2DC0}"/>
              </a:ext>
            </a:extLst>
          </p:cNvPr>
          <p:cNvSpPr>
            <a:spLocks xmlns:a="http://schemas.openxmlformats.org/drawingml/2006/main" noGrp="1"/>
          </p:cNvSpPr>
          <p:nvPr/>
        </p:nvSpPr>
        <p:spPr>
          <a:xfrm xmlns:a="http://schemas.openxmlformats.org/drawingml/2006/main">
            <a:off x="628650" y="2057400"/>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A1A2E"/>
                </a:solidFill>
                <a:latin typeface="Century Gothic"/>
                <a:ea typeface="Century Gothic"/>
                <a:cs typeface="Century Gothic"/>
              </a:defRPr>
            </a:defPPr>
            <a:lvl1pPr>
              <a:defRPr sz="2100" b="1">
                <a:solidFill>
                  <a:srgbClr val="1A1A2E"/>
                </a:solidFill>
                <a:latin typeface="Century Gothic"/>
                <a:ea typeface="Century Gothic"/>
                <a:cs typeface="Century Gothic"/>
              </a:defRPr>
            </a:lvl1pPr>
            <a:lvl2pPr>
              <a:defRPr sz="2100" b="1">
                <a:solidFill>
                  <a:srgbClr val="1A1A2E"/>
                </a:solidFill>
                <a:latin typeface="Century Gothic"/>
                <a:ea typeface="Century Gothic"/>
                <a:cs typeface="Century Gothic"/>
              </a:defRPr>
            </a:lvl2pPr>
            <a:lvl3pPr>
              <a:defRPr sz="2100" b="1">
                <a:solidFill>
                  <a:srgbClr val="1A1A2E"/>
                </a:solidFill>
                <a:latin typeface="Century Gothic"/>
                <a:ea typeface="Century Gothic"/>
                <a:cs typeface="Century Gothic"/>
              </a:defRPr>
            </a:lvl3pPr>
            <a:lvl4pPr>
              <a:defRPr sz="2100" b="1">
                <a:solidFill>
                  <a:srgbClr val="1A1A2E"/>
                </a:solidFill>
                <a:latin typeface="Century Gothic"/>
                <a:ea typeface="Century Gothic"/>
                <a:cs typeface="Century Gothic"/>
              </a:defRPr>
            </a:lvl4pPr>
            <a:lvl5pPr>
              <a:defRPr sz="2100" b="1">
                <a:solidFill>
                  <a:srgbClr val="1A1A2E"/>
                </a:solidFill>
                <a:latin typeface="Century Gothic"/>
                <a:ea typeface="Century Gothic"/>
                <a:cs typeface="Century Gothic"/>
              </a:defRPr>
            </a:lvl5pPr>
            <a:lvl6pPr>
              <a:defRPr sz="2100" b="1">
                <a:solidFill>
                  <a:srgbClr val="1A1A2E"/>
                </a:solidFill>
                <a:latin typeface="Century Gothic"/>
                <a:ea typeface="Century Gothic"/>
                <a:cs typeface="Century Gothic"/>
              </a:defRPr>
            </a:lvl6pPr>
            <a:lvl7pPr>
              <a:defRPr sz="2100" b="1">
                <a:solidFill>
                  <a:srgbClr val="1A1A2E"/>
                </a:solidFill>
                <a:latin typeface="Century Gothic"/>
                <a:ea typeface="Century Gothic"/>
                <a:cs typeface="Century Gothic"/>
              </a:defRPr>
            </a:lvl7pPr>
            <a:lvl8pPr>
              <a:defRPr sz="2100" b="1">
                <a:solidFill>
                  <a:srgbClr val="1A1A2E"/>
                </a:solidFill>
                <a:latin typeface="Century Gothic"/>
                <a:ea typeface="Century Gothic"/>
                <a:cs typeface="Century Gothic"/>
              </a:defRPr>
            </a:lvl8pPr>
            <a:lvl9pPr>
              <a:defRPr sz="2100" b="1">
                <a:solidFill>
                  <a:srgbClr val="1A1A2E"/>
                </a:solidFill>
                <a:latin typeface="Century Gothic"/>
                <a:ea typeface="Century Gothic"/>
                <a:cs typeface="Century Gothic"/>
              </a:defRPr>
            </a:lvl9pPr>
          </a:lstStyle>
          <a:p xmlns:a="http://schemas.openxmlformats.org/drawingml/2006/main">
            <a:pPr>
              <a:defRPr sz="2100" b="1">
                <a:solidFill>
                  <a:srgbClr val="1A1A2E"/>
                </a:solidFill>
                <a:latin typeface="Century Gothic"/>
                <a:ea typeface="Century Gothic"/>
                <a:cs typeface="Century Gothic"/>
              </a:defRPr>
            </a:pPr>
            <a:r>
              <a:rPr sz="2100" b="1">
                <a:solidFill>
                  <a:srgbClr val="1A1A2E"/>
                </a:solidFill>
                <a:latin typeface="Century Gothic"/>
                <a:ea typeface="Century Gothic"/>
                <a:cs typeface="Century Gothic"/>
              </a:rPr>
              <a:t>Checks messages</a:t>
            </a:r>
          </a:p>
          <a:p xmlns:a="http://schemas.openxmlformats.org/drawingml/2006/main">
            <a:pPr>
              <a:defRPr sz="2100" b="1">
                <a:solidFill>
                  <a:srgbClr val="1A1A2E"/>
                </a:solidFill>
                <a:latin typeface="Century Gothic"/>
                <a:ea typeface="Century Gothic"/>
                <a:cs typeface="Century Gothic"/>
              </a:defRPr>
            </a:pPr>
            <a:r>
              <a:rPr sz="2100" b="1">
                <a:solidFill>
                  <a:srgbClr val="1A1A2E"/>
                </a:solidFill>
                <a:latin typeface="Century Gothic"/>
                <a:ea typeface="Century Gothic"/>
                <a:cs typeface="Century Gothic"/>
              </a:rPr>
              <a:t>and email text</a:t>
            </a:r>
          </a:p>
        </p:txBody>
      </p:sp>
      <p:sp>
        <p:nvSpPr>
          <p:cNvPr id="7" name="">
            <a:extLst xmlns:a="http://schemas.openxmlformats.org/drawingml/2006/main">
              <a:ext uri="{FF2B5EF4-FFF2-40B4-BE49-F238E27FC236}">
                <a16:creationId xmlns:a16="http://schemas.microsoft.com/office/drawing/2014/main" id="{66ED55F0-1CBA-4A60-9900-6DB55E015FA7}"/>
              </a:ext>
            </a:extLst>
          </p:cNvPr>
          <p:cNvSpPr>
            <a:spLocks xmlns:a="http://schemas.openxmlformats.org/drawingml/2006/main" noGrp="1"/>
          </p:cNvSpPr>
          <p:nvPr/>
        </p:nvSpPr>
        <p:spPr>
          <a:xfrm xmlns:a="http://schemas.openxmlformats.org/drawingml/2006/main">
            <a:off x="628650" y="2905125"/>
            <a:ext cx="3714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616477"/>
                </a:solidFill>
                <a:latin typeface="Century Gothic"/>
                <a:ea typeface="Century Gothic"/>
                <a:cs typeface="Century Gothic"/>
              </a:defRPr>
            </a:defPPr>
            <a:lvl1pPr>
              <a:defRPr sz="1950" b="0">
                <a:solidFill>
                  <a:srgbClr val="616477"/>
                </a:solidFill>
                <a:latin typeface="Century Gothic"/>
                <a:ea typeface="Century Gothic"/>
                <a:cs typeface="Century Gothic"/>
              </a:defRPr>
            </a:lvl1pPr>
            <a:lvl2pPr>
              <a:defRPr sz="1950" b="0">
                <a:solidFill>
                  <a:srgbClr val="616477"/>
                </a:solidFill>
                <a:latin typeface="Century Gothic"/>
                <a:ea typeface="Century Gothic"/>
                <a:cs typeface="Century Gothic"/>
              </a:defRPr>
            </a:lvl2pPr>
            <a:lvl3pPr>
              <a:defRPr sz="1950" b="0">
                <a:solidFill>
                  <a:srgbClr val="616477"/>
                </a:solidFill>
                <a:latin typeface="Century Gothic"/>
                <a:ea typeface="Century Gothic"/>
                <a:cs typeface="Century Gothic"/>
              </a:defRPr>
            </a:lvl3pPr>
            <a:lvl4pPr>
              <a:defRPr sz="1950" b="0">
                <a:solidFill>
                  <a:srgbClr val="616477"/>
                </a:solidFill>
                <a:latin typeface="Century Gothic"/>
                <a:ea typeface="Century Gothic"/>
                <a:cs typeface="Century Gothic"/>
              </a:defRPr>
            </a:lvl4pPr>
            <a:lvl5pPr>
              <a:defRPr sz="1950" b="0">
                <a:solidFill>
                  <a:srgbClr val="616477"/>
                </a:solidFill>
                <a:latin typeface="Century Gothic"/>
                <a:ea typeface="Century Gothic"/>
                <a:cs typeface="Century Gothic"/>
              </a:defRPr>
            </a:lvl5pPr>
            <a:lvl6pPr>
              <a:defRPr sz="1950" b="0">
                <a:solidFill>
                  <a:srgbClr val="616477"/>
                </a:solidFill>
                <a:latin typeface="Century Gothic"/>
                <a:ea typeface="Century Gothic"/>
                <a:cs typeface="Century Gothic"/>
              </a:defRPr>
            </a:lvl6pPr>
            <a:lvl7pPr>
              <a:defRPr sz="1950" b="0">
                <a:solidFill>
                  <a:srgbClr val="616477"/>
                </a:solidFill>
                <a:latin typeface="Century Gothic"/>
                <a:ea typeface="Century Gothic"/>
                <a:cs typeface="Century Gothic"/>
              </a:defRPr>
            </a:lvl7pPr>
            <a:lvl8pPr>
              <a:defRPr sz="1950" b="0">
                <a:solidFill>
                  <a:srgbClr val="616477"/>
                </a:solidFill>
                <a:latin typeface="Century Gothic"/>
                <a:ea typeface="Century Gothic"/>
                <a:cs typeface="Century Gothic"/>
              </a:defRPr>
            </a:lvl8pPr>
            <a:lvl9pPr>
              <a:defRPr sz="1950" b="0">
                <a:solidFill>
                  <a:srgbClr val="616477"/>
                </a:solidFill>
                <a:latin typeface="Century Gothic"/>
                <a:ea typeface="Century Gothic"/>
                <a:cs typeface="Century Gothic"/>
              </a:defRPr>
            </a:lvl9pPr>
          </a:lstStyle>
          <a:p xmlns:a="http://schemas.openxmlformats.org/drawingml/2006/main">
            <a:pPr>
              <a:defRPr sz="1950" b="0">
                <a:solidFill>
                  <a:srgbClr val="616477"/>
                </a:solidFill>
                <a:latin typeface="Century Gothic"/>
                <a:ea typeface="Century Gothic"/>
                <a:cs typeface="Century Gothic"/>
              </a:defRPr>
            </a:pPr>
            <a:r>
              <a:rPr sz="1950" b="0">
                <a:solidFill>
                  <a:srgbClr val="616477"/>
                </a:solidFill>
                <a:latin typeface="Century Gothic"/>
                <a:ea typeface="Century Gothic"/>
                <a:cs typeface="Century Gothic"/>
              </a:rPr>
              <a:t>Learns from examples of scam</a:t>
            </a:r>
          </a:p>
          <a:p xmlns:a="http://schemas.openxmlformats.org/drawingml/2006/main">
            <a:pPr>
              <a:defRPr sz="1950" b="0">
                <a:solidFill>
                  <a:srgbClr val="616477"/>
                </a:solidFill>
                <a:latin typeface="Century Gothic"/>
                <a:ea typeface="Century Gothic"/>
                <a:cs typeface="Century Gothic"/>
              </a:defRPr>
            </a:pPr>
            <a:r>
              <a:rPr sz="1950" b="0">
                <a:solidFill>
                  <a:srgbClr val="616477"/>
                </a:solidFill>
                <a:latin typeface="Century Gothic"/>
                <a:ea typeface="Century Gothic"/>
                <a:cs typeface="Century Gothic"/>
              </a:rPr>
              <a:t>and ordinary language.</a:t>
            </a:r>
          </a:p>
        </p:txBody>
      </p:sp>
      <p:sp>
        <p:nvSpPr>
          <p:cNvPr id="8" name="">
            <a:extLst xmlns:a="http://schemas.openxmlformats.org/drawingml/2006/main">
              <a:ext uri="{FF2B5EF4-FFF2-40B4-BE49-F238E27FC236}">
                <a16:creationId xmlns:a16="http://schemas.microsoft.com/office/drawing/2014/main" id="{7AD95908-E2C7-4849-9D01-C94304723833}"/>
              </a:ext>
            </a:extLst>
          </p:cNvPr>
          <p:cNvSpPr>
            <a:spLocks xmlns:a="http://schemas.openxmlformats.org/drawingml/2006/main" noGrp="1"/>
          </p:cNvSpPr>
          <p:nvPr/>
        </p:nvSpPr>
        <p:spPr>
          <a:xfrm xmlns:a="http://schemas.openxmlformats.org/drawingml/2006/main">
            <a:off x="4857750" y="135255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7C3AED"/>
                </a:solidFill>
                <a:latin typeface="Century Gothic"/>
                <a:ea typeface="Century Gothic"/>
                <a:cs typeface="Century Gothic"/>
              </a:defRPr>
            </a:defPPr>
            <a:lvl1pPr>
              <a:defRPr sz="3225" b="1">
                <a:solidFill>
                  <a:srgbClr val="7C3AED"/>
                </a:solidFill>
                <a:latin typeface="Century Gothic"/>
                <a:ea typeface="Century Gothic"/>
                <a:cs typeface="Century Gothic"/>
              </a:defRPr>
            </a:lvl1pPr>
            <a:lvl2pPr>
              <a:defRPr sz="3225" b="1">
                <a:solidFill>
                  <a:srgbClr val="7C3AED"/>
                </a:solidFill>
                <a:latin typeface="Century Gothic"/>
                <a:ea typeface="Century Gothic"/>
                <a:cs typeface="Century Gothic"/>
              </a:defRPr>
            </a:lvl2pPr>
            <a:lvl3pPr>
              <a:defRPr sz="3225" b="1">
                <a:solidFill>
                  <a:srgbClr val="7C3AED"/>
                </a:solidFill>
                <a:latin typeface="Century Gothic"/>
                <a:ea typeface="Century Gothic"/>
                <a:cs typeface="Century Gothic"/>
              </a:defRPr>
            </a:lvl3pPr>
            <a:lvl4pPr>
              <a:defRPr sz="3225" b="1">
                <a:solidFill>
                  <a:srgbClr val="7C3AED"/>
                </a:solidFill>
                <a:latin typeface="Century Gothic"/>
                <a:ea typeface="Century Gothic"/>
                <a:cs typeface="Century Gothic"/>
              </a:defRPr>
            </a:lvl4pPr>
            <a:lvl5pPr>
              <a:defRPr sz="3225" b="1">
                <a:solidFill>
                  <a:srgbClr val="7C3AED"/>
                </a:solidFill>
                <a:latin typeface="Century Gothic"/>
                <a:ea typeface="Century Gothic"/>
                <a:cs typeface="Century Gothic"/>
              </a:defRPr>
            </a:lvl5pPr>
            <a:lvl6pPr>
              <a:defRPr sz="3225" b="1">
                <a:solidFill>
                  <a:srgbClr val="7C3AED"/>
                </a:solidFill>
                <a:latin typeface="Century Gothic"/>
                <a:ea typeface="Century Gothic"/>
                <a:cs typeface="Century Gothic"/>
              </a:defRPr>
            </a:lvl6pPr>
            <a:lvl7pPr>
              <a:defRPr sz="3225" b="1">
                <a:solidFill>
                  <a:srgbClr val="7C3AED"/>
                </a:solidFill>
                <a:latin typeface="Century Gothic"/>
                <a:ea typeface="Century Gothic"/>
                <a:cs typeface="Century Gothic"/>
              </a:defRPr>
            </a:lvl7pPr>
            <a:lvl8pPr>
              <a:defRPr sz="3225" b="1">
                <a:solidFill>
                  <a:srgbClr val="7C3AED"/>
                </a:solidFill>
                <a:latin typeface="Century Gothic"/>
                <a:ea typeface="Century Gothic"/>
                <a:cs typeface="Century Gothic"/>
              </a:defRPr>
            </a:lvl8pPr>
            <a:lvl9pPr>
              <a:defRPr sz="3225" b="1">
                <a:solidFill>
                  <a:srgbClr val="7C3AED"/>
                </a:solidFill>
                <a:latin typeface="Century Gothic"/>
                <a:ea typeface="Century Gothic"/>
                <a:cs typeface="Century Gothic"/>
              </a:defRPr>
            </a:lvl9pPr>
          </a:lstStyle>
          <a:p xmlns:a="http://schemas.openxmlformats.org/drawingml/2006/main">
            <a:pPr>
              <a:defRPr sz="3225" b="1">
                <a:solidFill>
                  <a:srgbClr val="7C3AED"/>
                </a:solidFill>
                <a:latin typeface="Century Gothic"/>
                <a:ea typeface="Century Gothic"/>
                <a:cs typeface="Century Gothic"/>
              </a:defRPr>
            </a:pPr>
            <a:r>
              <a:rPr sz="3225" b="1">
                <a:solidFill>
                  <a:srgbClr val="7C3AED"/>
                </a:solidFill>
                <a:latin typeface="Century Gothic"/>
                <a:ea typeface="Century Gothic"/>
                <a:cs typeface="Century Gothic"/>
              </a:rPr>
              <a:t>URLBERT</a:t>
            </a:r>
          </a:p>
        </p:txBody>
      </p:sp>
      <p:sp>
        <p:nvSpPr>
          <p:cNvPr id="9" name="">
            <a:extLst xmlns:a="http://schemas.openxmlformats.org/drawingml/2006/main">
              <a:ext uri="{FF2B5EF4-FFF2-40B4-BE49-F238E27FC236}">
                <a16:creationId xmlns:a16="http://schemas.microsoft.com/office/drawing/2014/main" id="{40F90111-178A-429C-B933-2529E8D4A8A3}"/>
              </a:ext>
            </a:extLst>
          </p:cNvPr>
          <p:cNvSpPr>
            <a:spLocks xmlns:a="http://schemas.openxmlformats.org/drawingml/2006/main" noGrp="1"/>
          </p:cNvSpPr>
          <p:nvPr/>
        </p:nvSpPr>
        <p:spPr>
          <a:xfrm xmlns:a="http://schemas.openxmlformats.org/drawingml/2006/main">
            <a:off x="4857750" y="2057400"/>
            <a:ext cx="3667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A1A2E"/>
                </a:solidFill>
                <a:latin typeface="Century Gothic"/>
                <a:ea typeface="Century Gothic"/>
                <a:cs typeface="Century Gothic"/>
              </a:defRPr>
            </a:defPPr>
            <a:lvl1pPr>
              <a:defRPr sz="2100" b="1">
                <a:solidFill>
                  <a:srgbClr val="1A1A2E"/>
                </a:solidFill>
                <a:latin typeface="Century Gothic"/>
                <a:ea typeface="Century Gothic"/>
                <a:cs typeface="Century Gothic"/>
              </a:defRPr>
            </a:lvl1pPr>
            <a:lvl2pPr>
              <a:defRPr sz="2100" b="1">
                <a:solidFill>
                  <a:srgbClr val="1A1A2E"/>
                </a:solidFill>
                <a:latin typeface="Century Gothic"/>
                <a:ea typeface="Century Gothic"/>
                <a:cs typeface="Century Gothic"/>
              </a:defRPr>
            </a:lvl2pPr>
            <a:lvl3pPr>
              <a:defRPr sz="2100" b="1">
                <a:solidFill>
                  <a:srgbClr val="1A1A2E"/>
                </a:solidFill>
                <a:latin typeface="Century Gothic"/>
                <a:ea typeface="Century Gothic"/>
                <a:cs typeface="Century Gothic"/>
              </a:defRPr>
            </a:lvl3pPr>
            <a:lvl4pPr>
              <a:defRPr sz="2100" b="1">
                <a:solidFill>
                  <a:srgbClr val="1A1A2E"/>
                </a:solidFill>
                <a:latin typeface="Century Gothic"/>
                <a:ea typeface="Century Gothic"/>
                <a:cs typeface="Century Gothic"/>
              </a:defRPr>
            </a:lvl4pPr>
            <a:lvl5pPr>
              <a:defRPr sz="2100" b="1">
                <a:solidFill>
                  <a:srgbClr val="1A1A2E"/>
                </a:solidFill>
                <a:latin typeface="Century Gothic"/>
                <a:ea typeface="Century Gothic"/>
                <a:cs typeface="Century Gothic"/>
              </a:defRPr>
            </a:lvl5pPr>
            <a:lvl6pPr>
              <a:defRPr sz="2100" b="1">
                <a:solidFill>
                  <a:srgbClr val="1A1A2E"/>
                </a:solidFill>
                <a:latin typeface="Century Gothic"/>
                <a:ea typeface="Century Gothic"/>
                <a:cs typeface="Century Gothic"/>
              </a:defRPr>
            </a:lvl6pPr>
            <a:lvl7pPr>
              <a:defRPr sz="2100" b="1">
                <a:solidFill>
                  <a:srgbClr val="1A1A2E"/>
                </a:solidFill>
                <a:latin typeface="Century Gothic"/>
                <a:ea typeface="Century Gothic"/>
                <a:cs typeface="Century Gothic"/>
              </a:defRPr>
            </a:lvl7pPr>
            <a:lvl8pPr>
              <a:defRPr sz="2100" b="1">
                <a:solidFill>
                  <a:srgbClr val="1A1A2E"/>
                </a:solidFill>
                <a:latin typeface="Century Gothic"/>
                <a:ea typeface="Century Gothic"/>
                <a:cs typeface="Century Gothic"/>
              </a:defRPr>
            </a:lvl8pPr>
            <a:lvl9pPr>
              <a:defRPr sz="2100" b="1">
                <a:solidFill>
                  <a:srgbClr val="1A1A2E"/>
                </a:solidFill>
                <a:latin typeface="Century Gothic"/>
                <a:ea typeface="Century Gothic"/>
                <a:cs typeface="Century Gothic"/>
              </a:defRPr>
            </a:lvl9pPr>
          </a:lstStyle>
          <a:p xmlns:a="http://schemas.openxmlformats.org/drawingml/2006/main">
            <a:pPr>
              <a:defRPr sz="2100" b="1">
                <a:solidFill>
                  <a:srgbClr val="1A1A2E"/>
                </a:solidFill>
                <a:latin typeface="Century Gothic"/>
                <a:ea typeface="Century Gothic"/>
                <a:cs typeface="Century Gothic"/>
              </a:defRPr>
            </a:pPr>
            <a:r>
              <a:rPr sz="2100" b="1">
                <a:solidFill>
                  <a:srgbClr val="1A1A2E"/>
                </a:solidFill>
                <a:latin typeface="Century Gothic"/>
                <a:ea typeface="Century Gothic"/>
                <a:cs typeface="Century Gothic"/>
              </a:rPr>
              <a:t>Checks written</a:t>
            </a:r>
          </a:p>
          <a:p xmlns:a="http://schemas.openxmlformats.org/drawingml/2006/main">
            <a:pPr>
              <a:defRPr sz="2100" b="1">
                <a:solidFill>
                  <a:srgbClr val="1A1A2E"/>
                </a:solidFill>
                <a:latin typeface="Century Gothic"/>
                <a:ea typeface="Century Gothic"/>
                <a:cs typeface="Century Gothic"/>
              </a:defRPr>
            </a:pPr>
            <a:r>
              <a:rPr sz="2100" b="1">
                <a:solidFill>
                  <a:srgbClr val="1A1A2E"/>
                </a:solidFill>
                <a:latin typeface="Century Gothic"/>
                <a:ea typeface="Century Gothic"/>
                <a:cs typeface="Century Gothic"/>
              </a:rPr>
              <a:t>web addresses</a:t>
            </a:r>
          </a:p>
        </p:txBody>
      </p:sp>
      <p:sp>
        <p:nvSpPr>
          <p:cNvPr id="10" name="">
            <a:extLst xmlns:a="http://schemas.openxmlformats.org/drawingml/2006/main">
              <a:ext uri="{FF2B5EF4-FFF2-40B4-BE49-F238E27FC236}">
                <a16:creationId xmlns:a16="http://schemas.microsoft.com/office/drawing/2014/main" id="{5EA91651-46BE-49F8-9793-95D00D5DB0A1}"/>
              </a:ext>
            </a:extLst>
          </p:cNvPr>
          <p:cNvSpPr>
            <a:spLocks xmlns:a="http://schemas.openxmlformats.org/drawingml/2006/main" noGrp="1"/>
          </p:cNvSpPr>
          <p:nvPr/>
        </p:nvSpPr>
        <p:spPr>
          <a:xfrm xmlns:a="http://schemas.openxmlformats.org/drawingml/2006/main">
            <a:off x="4857750" y="2905125"/>
            <a:ext cx="3667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616477"/>
                </a:solidFill>
                <a:latin typeface="Century Gothic"/>
                <a:ea typeface="Century Gothic"/>
                <a:cs typeface="Century Gothic"/>
              </a:defRPr>
            </a:defPPr>
            <a:lvl1pPr>
              <a:defRPr sz="1950" b="0">
                <a:solidFill>
                  <a:srgbClr val="616477"/>
                </a:solidFill>
                <a:latin typeface="Century Gothic"/>
                <a:ea typeface="Century Gothic"/>
                <a:cs typeface="Century Gothic"/>
              </a:defRPr>
            </a:lvl1pPr>
            <a:lvl2pPr>
              <a:defRPr sz="1950" b="0">
                <a:solidFill>
                  <a:srgbClr val="616477"/>
                </a:solidFill>
                <a:latin typeface="Century Gothic"/>
                <a:ea typeface="Century Gothic"/>
                <a:cs typeface="Century Gothic"/>
              </a:defRPr>
            </a:lvl2pPr>
            <a:lvl3pPr>
              <a:defRPr sz="1950" b="0">
                <a:solidFill>
                  <a:srgbClr val="616477"/>
                </a:solidFill>
                <a:latin typeface="Century Gothic"/>
                <a:ea typeface="Century Gothic"/>
                <a:cs typeface="Century Gothic"/>
              </a:defRPr>
            </a:lvl3pPr>
            <a:lvl4pPr>
              <a:defRPr sz="1950" b="0">
                <a:solidFill>
                  <a:srgbClr val="616477"/>
                </a:solidFill>
                <a:latin typeface="Century Gothic"/>
                <a:ea typeface="Century Gothic"/>
                <a:cs typeface="Century Gothic"/>
              </a:defRPr>
            </a:lvl4pPr>
            <a:lvl5pPr>
              <a:defRPr sz="1950" b="0">
                <a:solidFill>
                  <a:srgbClr val="616477"/>
                </a:solidFill>
                <a:latin typeface="Century Gothic"/>
                <a:ea typeface="Century Gothic"/>
                <a:cs typeface="Century Gothic"/>
              </a:defRPr>
            </a:lvl5pPr>
            <a:lvl6pPr>
              <a:defRPr sz="1950" b="0">
                <a:solidFill>
                  <a:srgbClr val="616477"/>
                </a:solidFill>
                <a:latin typeface="Century Gothic"/>
                <a:ea typeface="Century Gothic"/>
                <a:cs typeface="Century Gothic"/>
              </a:defRPr>
            </a:lvl6pPr>
            <a:lvl7pPr>
              <a:defRPr sz="1950" b="0">
                <a:solidFill>
                  <a:srgbClr val="616477"/>
                </a:solidFill>
                <a:latin typeface="Century Gothic"/>
                <a:ea typeface="Century Gothic"/>
                <a:cs typeface="Century Gothic"/>
              </a:defRPr>
            </a:lvl7pPr>
            <a:lvl8pPr>
              <a:defRPr sz="1950" b="0">
                <a:solidFill>
                  <a:srgbClr val="616477"/>
                </a:solidFill>
                <a:latin typeface="Century Gothic"/>
                <a:ea typeface="Century Gothic"/>
                <a:cs typeface="Century Gothic"/>
              </a:defRPr>
            </a:lvl8pPr>
            <a:lvl9pPr>
              <a:defRPr sz="1950" b="0">
                <a:solidFill>
                  <a:srgbClr val="616477"/>
                </a:solidFill>
                <a:latin typeface="Century Gothic"/>
                <a:ea typeface="Century Gothic"/>
                <a:cs typeface="Century Gothic"/>
              </a:defRPr>
            </a:lvl9pPr>
          </a:lstStyle>
          <a:p xmlns:a="http://schemas.openxmlformats.org/drawingml/2006/main">
            <a:pPr>
              <a:defRPr sz="1950" b="0">
                <a:solidFill>
                  <a:srgbClr val="616477"/>
                </a:solidFill>
                <a:latin typeface="Century Gothic"/>
                <a:ea typeface="Century Gothic"/>
                <a:cs typeface="Century Gothic"/>
              </a:defRPr>
            </a:pPr>
            <a:r>
              <a:rPr sz="1950" b="0">
                <a:solidFill>
                  <a:srgbClr val="616477"/>
                </a:solidFill>
                <a:latin typeface="Century Gothic"/>
                <a:ea typeface="Century Gothic"/>
                <a:cs typeface="Century Gothic"/>
              </a:rPr>
              <a:t>Looks for patterns in links.</a:t>
            </a:r>
          </a:p>
          <a:p xmlns:a="http://schemas.openxmlformats.org/drawingml/2006/main">
            <a:pPr>
              <a:defRPr sz="1950" b="0">
                <a:solidFill>
                  <a:srgbClr val="616477"/>
                </a:solidFill>
                <a:latin typeface="Century Gothic"/>
                <a:ea typeface="Century Gothic"/>
                <a:cs typeface="Century Gothic"/>
              </a:defRPr>
            </a:pPr>
            <a:r>
              <a:rPr sz="1950" b="0">
                <a:solidFill>
                  <a:srgbClr val="616477"/>
                </a:solidFill>
                <a:latin typeface="Century Gothic"/>
                <a:ea typeface="Century Gothic"/>
                <a:cs typeface="Century Gothic"/>
              </a:rPr>
              <a:t>It does not read the website.</a:t>
            </a:r>
          </a:p>
        </p:txBody>
      </p:sp>
      <p:sp>
        <p:nvSpPr>
          <p:cNvPr id="11" name="">
            <a:extLst xmlns:a="http://schemas.openxmlformats.org/drawingml/2006/main">
              <a:ext uri="{FF2B5EF4-FFF2-40B4-BE49-F238E27FC236}">
                <a16:creationId xmlns:a16="http://schemas.microsoft.com/office/drawing/2014/main" id="{DC3E8D8E-85D9-464B-9CE5-6A35834C5124}"/>
              </a:ext>
            </a:extLst>
          </p:cNvPr>
          <p:cNvSpPr>
            <a:spLocks xmlns:a="http://schemas.openxmlformats.org/drawingml/2006/main" noGrp="1"/>
          </p:cNvSpPr>
          <p:nvPr/>
        </p:nvSpPr>
        <p:spPr>
          <a:xfrm xmlns:a="http://schemas.openxmlformats.org/drawingml/2006/main">
            <a:off x="628650" y="4257675"/>
            <a:ext cx="790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Hugging Face Transformers and PyTorch run the models locally.</a:t>
            </a:r>
          </a:p>
        </p:txBody>
      </p:sp>
      <p:pic>
        <p:nvPicPr>
          <p:cNvPr id="12" name="">
            <a:extLst xmlns:a="http://schemas.openxmlformats.org/drawingml/2006/main">
              <a:ext uri="{FF2B5EF4-FFF2-40B4-BE49-F238E27FC236}">
                <a16:creationId xmlns:a16="http://schemas.microsoft.com/office/drawing/2014/main" id="{A271E8AC-5064-43BC-9BEF-76FA343EA66D}"/>
              </a:ext>
            </a:extLst>
          </p:cNvPr>
          <p:cNvPicPr>
            <a:picLocks xmlns:a="http://schemas.openxmlformats.org/drawingml/2006/main" noChangeAspect="1"/>
          </p:cNvPicPr>
          <p:nvPr/>
        </p:nvPicPr>
        <p:blipFill>
          <a:blip xmlns:r="http://schemas.openxmlformats.org/officeDocument/2006/relationships" xmlns:a="http://schemas.openxmlformats.org/drawingml/2006/main" r:embed="R1f33595da5304b90">
            <a:extLst>
              <a:ext uri="{96DAC541-7B7A-43D3-8B79-37D633B846F1}">
                <asvg:svgBlip xmlns:asvg="http://schemas.microsoft.com/office/drawing/2016/SVG/main" r:embed="R9273c7d384d74f52"/>
              </a:ext>
            </a:extLst>
          </a:blip>
          <a:stretch xmlns:a="http://schemas.openxmlformats.org/drawingml/2006/main"/>
        </p:blipFill>
        <p:spPr>
          <a:xfrm xmlns:a="http://schemas.openxmlformats.org/drawingml/2006/main">
            <a:off x="3524250" y="1333500"/>
            <a:ext cx="514350" cy="514350"/>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29803319-24A9-45C4-A26B-ED2759F6C527}"/>
              </a:ext>
            </a:extLst>
          </p:cNvPr>
          <p:cNvPicPr>
            <a:picLocks xmlns:a="http://schemas.openxmlformats.org/drawingml/2006/main" noChangeAspect="1"/>
          </p:cNvPicPr>
          <p:nvPr/>
        </p:nvPicPr>
        <p:blipFill>
          <a:blip xmlns:r="http://schemas.openxmlformats.org/officeDocument/2006/relationships" xmlns:a="http://schemas.openxmlformats.org/drawingml/2006/main" r:embed="R195bd693c74f4250">
            <a:extLst>
              <a:ext uri="{96DAC541-7B7A-43D3-8B79-37D633B846F1}">
                <asvg:svgBlip xmlns:asvg="http://schemas.microsoft.com/office/drawing/2016/SVG/main" r:embed="R4dbf8694756c4c80"/>
              </a:ext>
            </a:extLst>
          </a:blip>
          <a:stretch xmlns:a="http://schemas.openxmlformats.org/drawingml/2006/main"/>
        </p:blipFill>
        <p:spPr>
          <a:xfrm xmlns:a="http://schemas.openxmlformats.org/drawingml/2006/main">
            <a:off x="7715250" y="1333500"/>
            <a:ext cx="514350" cy="514350"/>
          </a:xfrm>
          <a:prstGeom xmlns:a="http://schemas.openxmlformats.org/drawingml/2006/main" prst="rect">
            <a:avLst/>
          </a:prstGeom>
        </p:spPr>
      </p:pic>
    </p:spTree>
    <p:extLst>
      <p:ext uri="{BB962C8B-B14F-4D97-AF65-F5344CB8AC3E}">
        <p14:creationId xmlns:p14="http://schemas.microsoft.com/office/powerpoint/2010/main" val="96517844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85E12BA-68CF-4BAC-8200-5AA815ACC480}"/>
              </a:ext>
            </a:extLst>
          </p:cNvPr>
          <p:cNvPicPr>
            <a:picLocks xmlns:a="http://schemas.openxmlformats.org/drawingml/2006/main" noChangeAspect="1"/>
          </p:cNvPicPr>
          <p:nvPr/>
        </p:nvPicPr>
        <p:blipFill>
          <a:blip xmlns:r="http://schemas.openxmlformats.org/officeDocument/2006/relationships" xmlns:a="http://schemas.openxmlformats.org/drawingml/2006/main" r:embed="R7ab4f6a43fb34dc6">
            <a:extLst>
              <a:ext uri="{96DAC541-7B7A-43D3-8B79-37D633B846F1}">
                <asvg:svgBlip xmlns:asvg="http://schemas.microsoft.com/office/drawing/2016/SVG/main" r:embed="R174f410cc8ce442d"/>
              </a:ext>
            </a:extLst>
          </a:blip>
          <a:stretch xmlns:a="http://schemas.openxmlformats.org/drawingml/2006/main"/>
        </p:blipFill>
        <p:spPr>
          <a:xfrm xmlns:a="http://schemas.openxmlformats.org/drawingml/2006/main">
            <a:off x="7677150" y="0"/>
            <a:ext cx="1466850" cy="146685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2FE9035F-A4EA-460E-B5CF-D767234A368E}"/>
              </a:ext>
            </a:extLst>
          </p:cNvPr>
          <p:cNvPicPr>
            <a:picLocks xmlns:a="http://schemas.openxmlformats.org/drawingml/2006/main" noChangeAspect="1"/>
          </p:cNvPicPr>
          <p:nvPr/>
        </p:nvPicPr>
        <p:blipFill>
          <a:blip xmlns:r="http://schemas.openxmlformats.org/officeDocument/2006/relationships" xmlns:a="http://schemas.openxmlformats.org/drawingml/2006/main" r:embed="R342b3cadd77a416e">
            <a:extLst>
              <a:ext uri="{96DAC541-7B7A-43D3-8B79-37D633B846F1}">
                <asvg:svgBlip xmlns:asvg="http://schemas.microsoft.com/office/drawing/2016/SVG/main" r:embed="Ra7a1195a695341a6"/>
              </a:ext>
            </a:extLst>
          </a:blip>
          <a:stretch xmlns:a="http://schemas.openxmlformats.org/drawingml/2006/main"/>
        </p:blipFill>
        <p:spPr>
          <a:xfrm xmlns:a="http://schemas.openxmlformats.org/drawingml/2006/main">
            <a:off x="0" y="3924300"/>
            <a:ext cx="1162050" cy="11620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295B13B-78F6-4FDB-9DD9-354484B0ED54}"/>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7C3AED"/>
                </a:solidFill>
                <a:latin typeface="Century Gothic"/>
                <a:ea typeface="Century Gothic"/>
                <a:cs typeface="Century Gothic"/>
              </a:defRPr>
            </a:defPPr>
            <a:lvl1pPr>
              <a:defRPr sz="3000" b="1">
                <a:solidFill>
                  <a:srgbClr val="7C3AED"/>
                </a:solidFill>
                <a:latin typeface="Century Gothic"/>
                <a:ea typeface="Century Gothic"/>
                <a:cs typeface="Century Gothic"/>
              </a:defRPr>
            </a:lvl1pPr>
            <a:lvl2pPr>
              <a:defRPr sz="3000" b="1">
                <a:solidFill>
                  <a:srgbClr val="7C3AED"/>
                </a:solidFill>
                <a:latin typeface="Century Gothic"/>
                <a:ea typeface="Century Gothic"/>
                <a:cs typeface="Century Gothic"/>
              </a:defRPr>
            </a:lvl2pPr>
            <a:lvl3pPr>
              <a:defRPr sz="3000" b="1">
                <a:solidFill>
                  <a:srgbClr val="7C3AED"/>
                </a:solidFill>
                <a:latin typeface="Century Gothic"/>
                <a:ea typeface="Century Gothic"/>
                <a:cs typeface="Century Gothic"/>
              </a:defRPr>
            </a:lvl3pPr>
            <a:lvl4pPr>
              <a:defRPr sz="3000" b="1">
                <a:solidFill>
                  <a:srgbClr val="7C3AED"/>
                </a:solidFill>
                <a:latin typeface="Century Gothic"/>
                <a:ea typeface="Century Gothic"/>
                <a:cs typeface="Century Gothic"/>
              </a:defRPr>
            </a:lvl4pPr>
            <a:lvl5pPr>
              <a:defRPr sz="3000" b="1">
                <a:solidFill>
                  <a:srgbClr val="7C3AED"/>
                </a:solidFill>
                <a:latin typeface="Century Gothic"/>
                <a:ea typeface="Century Gothic"/>
                <a:cs typeface="Century Gothic"/>
              </a:defRPr>
            </a:lvl5pPr>
            <a:lvl6pPr>
              <a:defRPr sz="3000" b="1">
                <a:solidFill>
                  <a:srgbClr val="7C3AED"/>
                </a:solidFill>
                <a:latin typeface="Century Gothic"/>
                <a:ea typeface="Century Gothic"/>
                <a:cs typeface="Century Gothic"/>
              </a:defRPr>
            </a:lvl6pPr>
            <a:lvl7pPr>
              <a:defRPr sz="3000" b="1">
                <a:solidFill>
                  <a:srgbClr val="7C3AED"/>
                </a:solidFill>
                <a:latin typeface="Century Gothic"/>
                <a:ea typeface="Century Gothic"/>
                <a:cs typeface="Century Gothic"/>
              </a:defRPr>
            </a:lvl7pPr>
            <a:lvl8pPr>
              <a:defRPr sz="3000" b="1">
                <a:solidFill>
                  <a:srgbClr val="7C3AED"/>
                </a:solidFill>
                <a:latin typeface="Century Gothic"/>
                <a:ea typeface="Century Gothic"/>
                <a:cs typeface="Century Gothic"/>
              </a:defRPr>
            </a:lvl8pPr>
            <a:lvl9pPr>
              <a:defRPr sz="3000" b="1">
                <a:solidFill>
                  <a:srgbClr val="7C3AED"/>
                </a:solidFill>
                <a:latin typeface="Century Gothic"/>
                <a:ea typeface="Century Gothic"/>
                <a:cs typeface="Century Gothic"/>
              </a:defRPr>
            </a:lvl9pPr>
          </a:lstStyle>
          <a:p xmlns:a="http://schemas.openxmlformats.org/drawingml/2006/main">
            <a:pPr>
              <a:defRPr sz="3000" b="1">
                <a:solidFill>
                  <a:srgbClr val="7C3AED"/>
                </a:solidFill>
                <a:latin typeface="Century Gothic"/>
                <a:ea typeface="Century Gothic"/>
                <a:cs typeface="Century Gothic"/>
              </a:defRPr>
            </a:pPr>
            <a:r>
              <a:rPr sz="3000" b="1">
                <a:solidFill>
                  <a:srgbClr val="7C3AED"/>
                </a:solidFill>
                <a:latin typeface="Century Gothic"/>
                <a:ea typeface="Century Gothic"/>
                <a:cs typeface="Century Gothic"/>
              </a:rPr>
              <a:t>OpenPhish adds reported threats</a:t>
            </a:r>
          </a:p>
        </p:txBody>
      </p:sp>
      <p:sp>
        <p:nvSpPr>
          <p:cNvPr id="4" name="">
            <a:extLst xmlns:a="http://schemas.openxmlformats.org/drawingml/2006/main">
              <a:ext uri="{FF2B5EF4-FFF2-40B4-BE49-F238E27FC236}">
                <a16:creationId xmlns:a16="http://schemas.microsoft.com/office/drawing/2014/main" id="{3A60DD4F-C2AB-4135-B0AC-CDCE3F80DB1D}"/>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7C3AED"/>
                </a:solidFill>
                <a:latin typeface="Century Gothic"/>
                <a:ea typeface="Century Gothic"/>
                <a:cs typeface="Century Gothic"/>
              </a:defRPr>
            </a:defPPr>
            <a:lvl1pPr>
              <a:defRPr sz="1050" b="0">
                <a:solidFill>
                  <a:srgbClr val="7C3AED"/>
                </a:solidFill>
                <a:latin typeface="Century Gothic"/>
                <a:ea typeface="Century Gothic"/>
                <a:cs typeface="Century Gothic"/>
              </a:defRPr>
            </a:lvl1pPr>
            <a:lvl2pPr>
              <a:defRPr sz="1050" b="0">
                <a:solidFill>
                  <a:srgbClr val="7C3AED"/>
                </a:solidFill>
                <a:latin typeface="Century Gothic"/>
                <a:ea typeface="Century Gothic"/>
                <a:cs typeface="Century Gothic"/>
              </a:defRPr>
            </a:lvl2pPr>
            <a:lvl3pPr>
              <a:defRPr sz="1050" b="0">
                <a:solidFill>
                  <a:srgbClr val="7C3AED"/>
                </a:solidFill>
                <a:latin typeface="Century Gothic"/>
                <a:ea typeface="Century Gothic"/>
                <a:cs typeface="Century Gothic"/>
              </a:defRPr>
            </a:lvl3pPr>
            <a:lvl4pPr>
              <a:defRPr sz="1050" b="0">
                <a:solidFill>
                  <a:srgbClr val="7C3AED"/>
                </a:solidFill>
                <a:latin typeface="Century Gothic"/>
                <a:ea typeface="Century Gothic"/>
                <a:cs typeface="Century Gothic"/>
              </a:defRPr>
            </a:lvl4pPr>
            <a:lvl5pPr>
              <a:defRPr sz="1050" b="0">
                <a:solidFill>
                  <a:srgbClr val="7C3AED"/>
                </a:solidFill>
                <a:latin typeface="Century Gothic"/>
                <a:ea typeface="Century Gothic"/>
                <a:cs typeface="Century Gothic"/>
              </a:defRPr>
            </a:lvl5pPr>
            <a:lvl6pPr>
              <a:defRPr sz="1050" b="0">
                <a:solidFill>
                  <a:srgbClr val="7C3AED"/>
                </a:solidFill>
                <a:latin typeface="Century Gothic"/>
                <a:ea typeface="Century Gothic"/>
                <a:cs typeface="Century Gothic"/>
              </a:defRPr>
            </a:lvl6pPr>
            <a:lvl7pPr>
              <a:defRPr sz="1050" b="0">
                <a:solidFill>
                  <a:srgbClr val="7C3AED"/>
                </a:solidFill>
                <a:latin typeface="Century Gothic"/>
                <a:ea typeface="Century Gothic"/>
                <a:cs typeface="Century Gothic"/>
              </a:defRPr>
            </a:lvl7pPr>
            <a:lvl8pPr>
              <a:defRPr sz="1050" b="0">
                <a:solidFill>
                  <a:srgbClr val="7C3AED"/>
                </a:solidFill>
                <a:latin typeface="Century Gothic"/>
                <a:ea typeface="Century Gothic"/>
                <a:cs typeface="Century Gothic"/>
              </a:defRPr>
            </a:lvl8pPr>
            <a:lvl9pPr>
              <a:defRPr sz="1050" b="0">
                <a:solidFill>
                  <a:srgbClr val="7C3AED"/>
                </a:solidFill>
                <a:latin typeface="Century Gothic"/>
                <a:ea typeface="Century Gothic"/>
                <a:cs typeface="Century Gothic"/>
              </a:defRPr>
            </a:lvl9pPr>
          </a:lstStyle>
          <a:p xmlns:a="http://schemas.openxmlformats.org/drawingml/2006/main">
            <a:pPr>
              <a:defRPr sz="1050" b="0">
                <a:solidFill>
                  <a:srgbClr val="7C3AED"/>
                </a:solidFill>
                <a:latin typeface="Century Gothic"/>
                <a:ea typeface="Century Gothic"/>
                <a:cs typeface="Century Gothic"/>
              </a:defRPr>
            </a:pPr>
            <a:r>
              <a:rPr sz="1050" b="0">
                <a:solidFill>
                  <a:srgbClr val="7C3AED"/>
                </a:solidFill>
                <a:latin typeface="Century Gothic"/>
                <a:ea typeface="Century Gothic"/>
                <a:cs typeface="Century Gothic"/>
              </a:rPr>
              <a:t>08</a:t>
            </a:r>
          </a:p>
        </p:txBody>
      </p:sp>
      <p:sp>
        <p:nvSpPr>
          <p:cNvPr id="5" name="">
            <a:extLst xmlns:a="http://schemas.openxmlformats.org/drawingml/2006/main">
              <a:ext uri="{FF2B5EF4-FFF2-40B4-BE49-F238E27FC236}">
                <a16:creationId xmlns:a16="http://schemas.microsoft.com/office/drawing/2014/main" id="{E3A46C9C-EE00-4FC9-8260-5745F066A10F}"/>
              </a:ext>
            </a:extLst>
          </p:cNvPr>
          <p:cNvSpPr>
            <a:spLocks xmlns:a="http://schemas.openxmlformats.org/drawingml/2006/main" noGrp="1"/>
          </p:cNvSpPr>
          <p:nvPr/>
        </p:nvSpPr>
        <p:spPr>
          <a:xfrm xmlns:a="http://schemas.openxmlformats.org/drawingml/2006/main">
            <a:off x="628650" y="1285875"/>
            <a:ext cx="781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A1A2E"/>
                </a:solidFill>
                <a:latin typeface="Century Gothic"/>
                <a:ea typeface="Century Gothic"/>
                <a:cs typeface="Century Gothic"/>
              </a:defRPr>
            </a:defPPr>
            <a:lvl1pPr>
              <a:defRPr sz="2925" b="1">
                <a:solidFill>
                  <a:srgbClr val="1A1A2E"/>
                </a:solidFill>
                <a:latin typeface="Century Gothic"/>
                <a:ea typeface="Century Gothic"/>
                <a:cs typeface="Century Gothic"/>
              </a:defRPr>
            </a:lvl1pPr>
            <a:lvl2pPr>
              <a:defRPr sz="2925" b="1">
                <a:solidFill>
                  <a:srgbClr val="1A1A2E"/>
                </a:solidFill>
                <a:latin typeface="Century Gothic"/>
                <a:ea typeface="Century Gothic"/>
                <a:cs typeface="Century Gothic"/>
              </a:defRPr>
            </a:lvl2pPr>
            <a:lvl3pPr>
              <a:defRPr sz="2925" b="1">
                <a:solidFill>
                  <a:srgbClr val="1A1A2E"/>
                </a:solidFill>
                <a:latin typeface="Century Gothic"/>
                <a:ea typeface="Century Gothic"/>
                <a:cs typeface="Century Gothic"/>
              </a:defRPr>
            </a:lvl3pPr>
            <a:lvl4pPr>
              <a:defRPr sz="2925" b="1">
                <a:solidFill>
                  <a:srgbClr val="1A1A2E"/>
                </a:solidFill>
                <a:latin typeface="Century Gothic"/>
                <a:ea typeface="Century Gothic"/>
                <a:cs typeface="Century Gothic"/>
              </a:defRPr>
            </a:lvl4pPr>
            <a:lvl5pPr>
              <a:defRPr sz="2925" b="1">
                <a:solidFill>
                  <a:srgbClr val="1A1A2E"/>
                </a:solidFill>
                <a:latin typeface="Century Gothic"/>
                <a:ea typeface="Century Gothic"/>
                <a:cs typeface="Century Gothic"/>
              </a:defRPr>
            </a:lvl5pPr>
            <a:lvl6pPr>
              <a:defRPr sz="2925" b="1">
                <a:solidFill>
                  <a:srgbClr val="1A1A2E"/>
                </a:solidFill>
                <a:latin typeface="Century Gothic"/>
                <a:ea typeface="Century Gothic"/>
                <a:cs typeface="Century Gothic"/>
              </a:defRPr>
            </a:lvl6pPr>
            <a:lvl7pPr>
              <a:defRPr sz="2925" b="1">
                <a:solidFill>
                  <a:srgbClr val="1A1A2E"/>
                </a:solidFill>
                <a:latin typeface="Century Gothic"/>
                <a:ea typeface="Century Gothic"/>
                <a:cs typeface="Century Gothic"/>
              </a:defRPr>
            </a:lvl7pPr>
            <a:lvl8pPr>
              <a:defRPr sz="2925" b="1">
                <a:solidFill>
                  <a:srgbClr val="1A1A2E"/>
                </a:solidFill>
                <a:latin typeface="Century Gothic"/>
                <a:ea typeface="Century Gothic"/>
                <a:cs typeface="Century Gothic"/>
              </a:defRPr>
            </a:lvl8pPr>
            <a:lvl9pPr>
              <a:defRPr sz="2925" b="1">
                <a:solidFill>
                  <a:srgbClr val="1A1A2E"/>
                </a:solidFill>
                <a:latin typeface="Century Gothic"/>
                <a:ea typeface="Century Gothic"/>
                <a:cs typeface="Century Gothic"/>
              </a:defRPr>
            </a:lvl9pPr>
          </a:lstStyle>
          <a:p xmlns:a="http://schemas.openxmlformats.org/drawingml/2006/main">
            <a:pPr>
              <a:defRPr sz="2925" b="1">
                <a:solidFill>
                  <a:srgbClr val="1A1A2E"/>
                </a:solidFill>
                <a:latin typeface="Century Gothic"/>
                <a:ea typeface="Century Gothic"/>
                <a:cs typeface="Century Gothic"/>
              </a:defRPr>
            </a:pPr>
            <a:r>
              <a:rPr sz="2925" b="1">
                <a:solidFill>
                  <a:srgbClr val="1A1A2E"/>
                </a:solidFill>
                <a:latin typeface="Century Gothic"/>
                <a:ea typeface="Century Gothic"/>
                <a:cs typeface="Century Gothic"/>
              </a:rPr>
              <a:t>AI estimates risk.</a:t>
            </a:r>
          </a:p>
          <a:p xmlns:a="http://schemas.openxmlformats.org/drawingml/2006/main">
            <a:pPr>
              <a:defRPr sz="2925" b="1">
                <a:solidFill>
                  <a:srgbClr val="1A1A2E"/>
                </a:solidFill>
                <a:latin typeface="Century Gothic"/>
                <a:ea typeface="Century Gothic"/>
                <a:cs typeface="Century Gothic"/>
              </a:defRPr>
            </a:pPr>
            <a:r>
              <a:rPr sz="2925" b="1">
                <a:solidFill>
                  <a:srgbClr val="1A1A2E"/>
                </a:solidFill>
                <a:latin typeface="Century Gothic"/>
                <a:ea typeface="Century Gothic"/>
                <a:cs typeface="Century Gothic"/>
              </a:rPr>
              <a:t>OpenPhish adds a known report.</a:t>
            </a:r>
          </a:p>
        </p:txBody>
      </p:sp>
      <p:sp>
        <p:nvSpPr>
          <p:cNvPr id="6" name="">
            <a:extLst xmlns:a="http://schemas.openxmlformats.org/drawingml/2006/main">
              <a:ext uri="{FF2B5EF4-FFF2-40B4-BE49-F238E27FC236}">
                <a16:creationId xmlns:a16="http://schemas.microsoft.com/office/drawing/2014/main" id="{C6985183-7CAC-4ECA-8DAC-29D042903996}"/>
              </a:ext>
            </a:extLst>
          </p:cNvPr>
          <p:cNvSpPr>
            <a:spLocks xmlns:a="http://schemas.openxmlformats.org/drawingml/2006/main" noGrp="1"/>
          </p:cNvSpPr>
          <p:nvPr/>
        </p:nvSpPr>
        <p:spPr>
          <a:xfrm xmlns:a="http://schemas.openxmlformats.org/drawingml/2006/main">
            <a:off x="590550" y="261937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C3AED"/>
                </a:solidFill>
                <a:latin typeface="Century Gothic"/>
                <a:ea typeface="Century Gothic"/>
                <a:cs typeface="Century Gothic"/>
              </a:defRPr>
            </a:defPPr>
            <a:lvl1pPr>
              <a:defRPr sz="2400" b="1">
                <a:solidFill>
                  <a:srgbClr val="7C3AED"/>
                </a:solidFill>
                <a:latin typeface="Century Gothic"/>
                <a:ea typeface="Century Gothic"/>
                <a:cs typeface="Century Gothic"/>
              </a:defRPr>
            </a:lvl1pPr>
            <a:lvl2pPr>
              <a:defRPr sz="2400" b="1">
                <a:solidFill>
                  <a:srgbClr val="7C3AED"/>
                </a:solidFill>
                <a:latin typeface="Century Gothic"/>
                <a:ea typeface="Century Gothic"/>
                <a:cs typeface="Century Gothic"/>
              </a:defRPr>
            </a:lvl2pPr>
            <a:lvl3pPr>
              <a:defRPr sz="2400" b="1">
                <a:solidFill>
                  <a:srgbClr val="7C3AED"/>
                </a:solidFill>
                <a:latin typeface="Century Gothic"/>
                <a:ea typeface="Century Gothic"/>
                <a:cs typeface="Century Gothic"/>
              </a:defRPr>
            </a:lvl3pPr>
            <a:lvl4pPr>
              <a:defRPr sz="2400" b="1">
                <a:solidFill>
                  <a:srgbClr val="7C3AED"/>
                </a:solidFill>
                <a:latin typeface="Century Gothic"/>
                <a:ea typeface="Century Gothic"/>
                <a:cs typeface="Century Gothic"/>
              </a:defRPr>
            </a:lvl4pPr>
            <a:lvl5pPr>
              <a:defRPr sz="2400" b="1">
                <a:solidFill>
                  <a:srgbClr val="7C3AED"/>
                </a:solidFill>
                <a:latin typeface="Century Gothic"/>
                <a:ea typeface="Century Gothic"/>
                <a:cs typeface="Century Gothic"/>
              </a:defRPr>
            </a:lvl5pPr>
            <a:lvl6pPr>
              <a:defRPr sz="2400" b="1">
                <a:solidFill>
                  <a:srgbClr val="7C3AED"/>
                </a:solidFill>
                <a:latin typeface="Century Gothic"/>
                <a:ea typeface="Century Gothic"/>
                <a:cs typeface="Century Gothic"/>
              </a:defRPr>
            </a:lvl6pPr>
            <a:lvl7pPr>
              <a:defRPr sz="2400" b="1">
                <a:solidFill>
                  <a:srgbClr val="7C3AED"/>
                </a:solidFill>
                <a:latin typeface="Century Gothic"/>
                <a:ea typeface="Century Gothic"/>
                <a:cs typeface="Century Gothic"/>
              </a:defRPr>
            </a:lvl7pPr>
            <a:lvl8pPr>
              <a:defRPr sz="2400" b="1">
                <a:solidFill>
                  <a:srgbClr val="7C3AED"/>
                </a:solidFill>
                <a:latin typeface="Century Gothic"/>
                <a:ea typeface="Century Gothic"/>
                <a:cs typeface="Century Gothic"/>
              </a:defRPr>
            </a:lvl8pPr>
            <a:lvl9pPr>
              <a:defRPr sz="2400" b="1">
                <a:solidFill>
                  <a:srgbClr val="7C3AED"/>
                </a:solidFill>
                <a:latin typeface="Century Gothic"/>
                <a:ea typeface="Century Gothic"/>
                <a:cs typeface="Century Gothic"/>
              </a:defRPr>
            </a:lvl9pPr>
          </a:lstStyle>
          <a:p xmlns:a="http://schemas.openxmlformats.org/drawingml/2006/main">
            <a:pPr>
              <a:defRPr sz="2400" b="1">
                <a:solidFill>
                  <a:srgbClr val="7C3AED"/>
                </a:solidFill>
                <a:latin typeface="Century Gothic"/>
                <a:ea typeface="Century Gothic"/>
                <a:cs typeface="Century Gothic"/>
              </a:defRPr>
            </a:pPr>
            <a:r>
              <a:rPr sz="2400" b="1">
                <a:solidFill>
                  <a:srgbClr val="7C3AED"/>
                </a:solidFill>
                <a:latin typeface="Century Gothic"/>
                <a:ea typeface="Century Gothic"/>
                <a:cs typeface="Century Gothic"/>
              </a:rPr>
              <a:t>01</a:t>
            </a:r>
          </a:p>
        </p:txBody>
      </p:sp>
      <p:sp>
        <p:nvSpPr>
          <p:cNvPr id="7" name="">
            <a:extLst xmlns:a="http://schemas.openxmlformats.org/drawingml/2006/main">
              <a:ext uri="{FF2B5EF4-FFF2-40B4-BE49-F238E27FC236}">
                <a16:creationId xmlns:a16="http://schemas.microsoft.com/office/drawing/2014/main" id="{9F84ABFB-2061-4593-A733-890AF22427FD}"/>
              </a:ext>
            </a:extLst>
          </p:cNvPr>
          <p:cNvSpPr>
            <a:spLocks xmlns:a="http://schemas.openxmlformats.org/drawingml/2006/main" noGrp="1"/>
          </p:cNvSpPr>
          <p:nvPr/>
        </p:nvSpPr>
        <p:spPr>
          <a:xfrm xmlns:a="http://schemas.openxmlformats.org/drawingml/2006/main">
            <a:off x="1190625" y="2619375"/>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A1A2E"/>
                </a:solidFill>
                <a:latin typeface="Century Gothic"/>
                <a:ea typeface="Century Gothic"/>
                <a:cs typeface="Century Gothic"/>
              </a:defRPr>
            </a:defPPr>
            <a:lvl1pPr>
              <a:defRPr sz="2025" b="1">
                <a:solidFill>
                  <a:srgbClr val="1A1A2E"/>
                </a:solidFill>
                <a:latin typeface="Century Gothic"/>
                <a:ea typeface="Century Gothic"/>
                <a:cs typeface="Century Gothic"/>
              </a:defRPr>
            </a:lvl1pPr>
            <a:lvl2pPr>
              <a:defRPr sz="2025" b="1">
                <a:solidFill>
                  <a:srgbClr val="1A1A2E"/>
                </a:solidFill>
                <a:latin typeface="Century Gothic"/>
                <a:ea typeface="Century Gothic"/>
                <a:cs typeface="Century Gothic"/>
              </a:defRPr>
            </a:lvl2pPr>
            <a:lvl3pPr>
              <a:defRPr sz="2025" b="1">
                <a:solidFill>
                  <a:srgbClr val="1A1A2E"/>
                </a:solidFill>
                <a:latin typeface="Century Gothic"/>
                <a:ea typeface="Century Gothic"/>
                <a:cs typeface="Century Gothic"/>
              </a:defRPr>
            </a:lvl3pPr>
            <a:lvl4pPr>
              <a:defRPr sz="2025" b="1">
                <a:solidFill>
                  <a:srgbClr val="1A1A2E"/>
                </a:solidFill>
                <a:latin typeface="Century Gothic"/>
                <a:ea typeface="Century Gothic"/>
                <a:cs typeface="Century Gothic"/>
              </a:defRPr>
            </a:lvl4pPr>
            <a:lvl5pPr>
              <a:defRPr sz="2025" b="1">
                <a:solidFill>
                  <a:srgbClr val="1A1A2E"/>
                </a:solidFill>
                <a:latin typeface="Century Gothic"/>
                <a:ea typeface="Century Gothic"/>
                <a:cs typeface="Century Gothic"/>
              </a:defRPr>
            </a:lvl5pPr>
            <a:lvl6pPr>
              <a:defRPr sz="2025" b="1">
                <a:solidFill>
                  <a:srgbClr val="1A1A2E"/>
                </a:solidFill>
                <a:latin typeface="Century Gothic"/>
                <a:ea typeface="Century Gothic"/>
                <a:cs typeface="Century Gothic"/>
              </a:defRPr>
            </a:lvl6pPr>
            <a:lvl7pPr>
              <a:defRPr sz="2025" b="1">
                <a:solidFill>
                  <a:srgbClr val="1A1A2E"/>
                </a:solidFill>
                <a:latin typeface="Century Gothic"/>
                <a:ea typeface="Century Gothic"/>
                <a:cs typeface="Century Gothic"/>
              </a:defRPr>
            </a:lvl7pPr>
            <a:lvl8pPr>
              <a:defRPr sz="2025" b="1">
                <a:solidFill>
                  <a:srgbClr val="1A1A2E"/>
                </a:solidFill>
                <a:latin typeface="Century Gothic"/>
                <a:ea typeface="Century Gothic"/>
                <a:cs typeface="Century Gothic"/>
              </a:defRPr>
            </a:lvl8pPr>
            <a:lvl9pPr>
              <a:defRPr sz="2025" b="1">
                <a:solidFill>
                  <a:srgbClr val="1A1A2E"/>
                </a:solidFill>
                <a:latin typeface="Century Gothic"/>
                <a:ea typeface="Century Gothic"/>
                <a:cs typeface="Century Gothic"/>
              </a:defRPr>
            </a:lvl9pPr>
          </a:lstStyle>
          <a:p xmlns:a="http://schemas.openxmlformats.org/drawingml/2006/main">
            <a:pPr>
              <a:defRPr sz="2025" b="1">
                <a:solidFill>
                  <a:srgbClr val="1A1A2E"/>
                </a:solidFill>
                <a:latin typeface="Century Gothic"/>
                <a:ea typeface="Century Gothic"/>
                <a:cs typeface="Century Gothic"/>
              </a:defRPr>
            </a:pPr>
            <a:r>
              <a:rPr sz="2025" b="1">
                <a:solidFill>
                  <a:srgbClr val="1A1A2E"/>
                </a:solidFill>
                <a:latin typeface="Century Gothic"/>
                <a:ea typeface="Century Gothic"/>
                <a:cs typeface="Century Gothic"/>
              </a:rPr>
              <a:t>Maso downloads reported links</a:t>
            </a:r>
          </a:p>
        </p:txBody>
      </p:sp>
      <p:sp>
        <p:nvSpPr>
          <p:cNvPr id="8" name="">
            <a:extLst xmlns:a="http://schemas.openxmlformats.org/drawingml/2006/main">
              <a:ext uri="{FF2B5EF4-FFF2-40B4-BE49-F238E27FC236}">
                <a16:creationId xmlns:a16="http://schemas.microsoft.com/office/drawing/2014/main" id="{8AD8655D-8B1D-4858-9A87-11EE5C57AF8B}"/>
              </a:ext>
            </a:extLst>
          </p:cNvPr>
          <p:cNvSpPr>
            <a:spLocks xmlns:a="http://schemas.openxmlformats.org/drawingml/2006/main" noGrp="1"/>
          </p:cNvSpPr>
          <p:nvPr/>
        </p:nvSpPr>
        <p:spPr>
          <a:xfrm xmlns:a="http://schemas.openxmlformats.org/drawingml/2006/main">
            <a:off x="1190625" y="3000375"/>
            <a:ext cx="600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The Community list refreshes every 12 hours</a:t>
            </a:r>
          </a:p>
        </p:txBody>
      </p:sp>
      <p:sp>
        <p:nvSpPr>
          <p:cNvPr id="9" name="">
            <a:extLst xmlns:a="http://schemas.openxmlformats.org/drawingml/2006/main">
              <a:ext uri="{FF2B5EF4-FFF2-40B4-BE49-F238E27FC236}">
                <a16:creationId xmlns:a16="http://schemas.microsoft.com/office/drawing/2014/main" id="{DFF62F49-7018-41C2-9B3C-316C7E9BA265}"/>
              </a:ext>
            </a:extLst>
          </p:cNvPr>
          <p:cNvSpPr>
            <a:spLocks xmlns:a="http://schemas.openxmlformats.org/drawingml/2006/main" noGrp="1"/>
          </p:cNvSpPr>
          <p:nvPr/>
        </p:nvSpPr>
        <p:spPr>
          <a:xfrm xmlns:a="http://schemas.openxmlformats.org/drawingml/2006/main">
            <a:off x="590550" y="36385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C3AED"/>
                </a:solidFill>
                <a:latin typeface="Century Gothic"/>
                <a:ea typeface="Century Gothic"/>
                <a:cs typeface="Century Gothic"/>
              </a:defRPr>
            </a:defPPr>
            <a:lvl1pPr>
              <a:defRPr sz="2400" b="1">
                <a:solidFill>
                  <a:srgbClr val="7C3AED"/>
                </a:solidFill>
                <a:latin typeface="Century Gothic"/>
                <a:ea typeface="Century Gothic"/>
                <a:cs typeface="Century Gothic"/>
              </a:defRPr>
            </a:lvl1pPr>
            <a:lvl2pPr>
              <a:defRPr sz="2400" b="1">
                <a:solidFill>
                  <a:srgbClr val="7C3AED"/>
                </a:solidFill>
                <a:latin typeface="Century Gothic"/>
                <a:ea typeface="Century Gothic"/>
                <a:cs typeface="Century Gothic"/>
              </a:defRPr>
            </a:lvl2pPr>
            <a:lvl3pPr>
              <a:defRPr sz="2400" b="1">
                <a:solidFill>
                  <a:srgbClr val="7C3AED"/>
                </a:solidFill>
                <a:latin typeface="Century Gothic"/>
                <a:ea typeface="Century Gothic"/>
                <a:cs typeface="Century Gothic"/>
              </a:defRPr>
            </a:lvl3pPr>
            <a:lvl4pPr>
              <a:defRPr sz="2400" b="1">
                <a:solidFill>
                  <a:srgbClr val="7C3AED"/>
                </a:solidFill>
                <a:latin typeface="Century Gothic"/>
                <a:ea typeface="Century Gothic"/>
                <a:cs typeface="Century Gothic"/>
              </a:defRPr>
            </a:lvl4pPr>
            <a:lvl5pPr>
              <a:defRPr sz="2400" b="1">
                <a:solidFill>
                  <a:srgbClr val="7C3AED"/>
                </a:solidFill>
                <a:latin typeface="Century Gothic"/>
                <a:ea typeface="Century Gothic"/>
                <a:cs typeface="Century Gothic"/>
              </a:defRPr>
            </a:lvl5pPr>
            <a:lvl6pPr>
              <a:defRPr sz="2400" b="1">
                <a:solidFill>
                  <a:srgbClr val="7C3AED"/>
                </a:solidFill>
                <a:latin typeface="Century Gothic"/>
                <a:ea typeface="Century Gothic"/>
                <a:cs typeface="Century Gothic"/>
              </a:defRPr>
            </a:lvl6pPr>
            <a:lvl7pPr>
              <a:defRPr sz="2400" b="1">
                <a:solidFill>
                  <a:srgbClr val="7C3AED"/>
                </a:solidFill>
                <a:latin typeface="Century Gothic"/>
                <a:ea typeface="Century Gothic"/>
                <a:cs typeface="Century Gothic"/>
              </a:defRPr>
            </a:lvl7pPr>
            <a:lvl8pPr>
              <a:defRPr sz="2400" b="1">
                <a:solidFill>
                  <a:srgbClr val="7C3AED"/>
                </a:solidFill>
                <a:latin typeface="Century Gothic"/>
                <a:ea typeface="Century Gothic"/>
                <a:cs typeface="Century Gothic"/>
              </a:defRPr>
            </a:lvl8pPr>
            <a:lvl9pPr>
              <a:defRPr sz="2400" b="1">
                <a:solidFill>
                  <a:srgbClr val="7C3AED"/>
                </a:solidFill>
                <a:latin typeface="Century Gothic"/>
                <a:ea typeface="Century Gothic"/>
                <a:cs typeface="Century Gothic"/>
              </a:defRPr>
            </a:lvl9pPr>
          </a:lstStyle>
          <a:p xmlns:a="http://schemas.openxmlformats.org/drawingml/2006/main">
            <a:pPr>
              <a:defRPr sz="2400" b="1">
                <a:solidFill>
                  <a:srgbClr val="7C3AED"/>
                </a:solidFill>
                <a:latin typeface="Century Gothic"/>
                <a:ea typeface="Century Gothic"/>
                <a:cs typeface="Century Gothic"/>
              </a:defRPr>
            </a:pPr>
            <a:r>
              <a:rPr sz="2400" b="1">
                <a:solidFill>
                  <a:srgbClr val="7C3AED"/>
                </a:solidFill>
                <a:latin typeface="Century Gothic"/>
                <a:ea typeface="Century Gothic"/>
                <a:cs typeface="Century Gothic"/>
              </a:rPr>
              <a:t>02</a:t>
            </a:r>
          </a:p>
        </p:txBody>
      </p:sp>
      <p:sp>
        <p:nvSpPr>
          <p:cNvPr id="10" name="">
            <a:extLst xmlns:a="http://schemas.openxmlformats.org/drawingml/2006/main">
              <a:ext uri="{FF2B5EF4-FFF2-40B4-BE49-F238E27FC236}">
                <a16:creationId xmlns:a16="http://schemas.microsoft.com/office/drawing/2014/main" id="{AAB4B660-13B9-4460-A708-FEE784E0BE6A}"/>
              </a:ext>
            </a:extLst>
          </p:cNvPr>
          <p:cNvSpPr>
            <a:spLocks xmlns:a="http://schemas.openxmlformats.org/drawingml/2006/main" noGrp="1"/>
          </p:cNvSpPr>
          <p:nvPr/>
        </p:nvSpPr>
        <p:spPr>
          <a:xfrm xmlns:a="http://schemas.openxmlformats.org/drawingml/2006/main">
            <a:off x="1190625" y="36385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A1A2E"/>
                </a:solidFill>
                <a:latin typeface="Century Gothic"/>
                <a:ea typeface="Century Gothic"/>
                <a:cs typeface="Century Gothic"/>
              </a:defRPr>
            </a:defPPr>
            <a:lvl1pPr>
              <a:defRPr sz="2025" b="1">
                <a:solidFill>
                  <a:srgbClr val="1A1A2E"/>
                </a:solidFill>
                <a:latin typeface="Century Gothic"/>
                <a:ea typeface="Century Gothic"/>
                <a:cs typeface="Century Gothic"/>
              </a:defRPr>
            </a:lvl1pPr>
            <a:lvl2pPr>
              <a:defRPr sz="2025" b="1">
                <a:solidFill>
                  <a:srgbClr val="1A1A2E"/>
                </a:solidFill>
                <a:latin typeface="Century Gothic"/>
                <a:ea typeface="Century Gothic"/>
                <a:cs typeface="Century Gothic"/>
              </a:defRPr>
            </a:lvl2pPr>
            <a:lvl3pPr>
              <a:defRPr sz="2025" b="1">
                <a:solidFill>
                  <a:srgbClr val="1A1A2E"/>
                </a:solidFill>
                <a:latin typeface="Century Gothic"/>
                <a:ea typeface="Century Gothic"/>
                <a:cs typeface="Century Gothic"/>
              </a:defRPr>
            </a:lvl3pPr>
            <a:lvl4pPr>
              <a:defRPr sz="2025" b="1">
                <a:solidFill>
                  <a:srgbClr val="1A1A2E"/>
                </a:solidFill>
                <a:latin typeface="Century Gothic"/>
                <a:ea typeface="Century Gothic"/>
                <a:cs typeface="Century Gothic"/>
              </a:defRPr>
            </a:lvl4pPr>
            <a:lvl5pPr>
              <a:defRPr sz="2025" b="1">
                <a:solidFill>
                  <a:srgbClr val="1A1A2E"/>
                </a:solidFill>
                <a:latin typeface="Century Gothic"/>
                <a:ea typeface="Century Gothic"/>
                <a:cs typeface="Century Gothic"/>
              </a:defRPr>
            </a:lvl5pPr>
            <a:lvl6pPr>
              <a:defRPr sz="2025" b="1">
                <a:solidFill>
                  <a:srgbClr val="1A1A2E"/>
                </a:solidFill>
                <a:latin typeface="Century Gothic"/>
                <a:ea typeface="Century Gothic"/>
                <a:cs typeface="Century Gothic"/>
              </a:defRPr>
            </a:lvl6pPr>
            <a:lvl7pPr>
              <a:defRPr sz="2025" b="1">
                <a:solidFill>
                  <a:srgbClr val="1A1A2E"/>
                </a:solidFill>
                <a:latin typeface="Century Gothic"/>
                <a:ea typeface="Century Gothic"/>
                <a:cs typeface="Century Gothic"/>
              </a:defRPr>
            </a:lvl7pPr>
            <a:lvl8pPr>
              <a:defRPr sz="2025" b="1">
                <a:solidFill>
                  <a:srgbClr val="1A1A2E"/>
                </a:solidFill>
                <a:latin typeface="Century Gothic"/>
                <a:ea typeface="Century Gothic"/>
                <a:cs typeface="Century Gothic"/>
              </a:defRPr>
            </a:lvl8pPr>
            <a:lvl9pPr>
              <a:defRPr sz="2025" b="1">
                <a:solidFill>
                  <a:srgbClr val="1A1A2E"/>
                </a:solidFill>
                <a:latin typeface="Century Gothic"/>
                <a:ea typeface="Century Gothic"/>
                <a:cs typeface="Century Gothic"/>
              </a:defRPr>
            </a:lvl9pPr>
          </a:lstStyle>
          <a:p xmlns:a="http://schemas.openxmlformats.org/drawingml/2006/main">
            <a:pPr>
              <a:defRPr sz="2025" b="1">
                <a:solidFill>
                  <a:srgbClr val="1A1A2E"/>
                </a:solidFill>
                <a:latin typeface="Century Gothic"/>
                <a:ea typeface="Century Gothic"/>
                <a:cs typeface="Century Gothic"/>
              </a:defRPr>
            </a:pPr>
            <a:r>
              <a:rPr sz="2025" b="1">
                <a:solidFill>
                  <a:srgbClr val="1A1A2E"/>
                </a:solidFill>
                <a:latin typeface="Century Gothic"/>
                <a:ea typeface="Century Gothic"/>
                <a:cs typeface="Century Gothic"/>
              </a:rPr>
              <a:t>Maso compares your link locally</a:t>
            </a:r>
          </a:p>
        </p:txBody>
      </p:sp>
      <p:sp>
        <p:nvSpPr>
          <p:cNvPr id="11" name="">
            <a:extLst xmlns:a="http://schemas.openxmlformats.org/drawingml/2006/main">
              <a:ext uri="{FF2B5EF4-FFF2-40B4-BE49-F238E27FC236}">
                <a16:creationId xmlns:a16="http://schemas.microsoft.com/office/drawing/2014/main" id="{63A05289-E961-4ADC-84E0-A48BC2B1BCF2}"/>
              </a:ext>
            </a:extLst>
          </p:cNvPr>
          <p:cNvSpPr>
            <a:spLocks xmlns:a="http://schemas.openxmlformats.org/drawingml/2006/main" noGrp="1"/>
          </p:cNvSpPr>
          <p:nvPr/>
        </p:nvSpPr>
        <p:spPr>
          <a:xfrm xmlns:a="http://schemas.openxmlformats.org/drawingml/2006/main">
            <a:off x="1190625" y="4019550"/>
            <a:ext cx="600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A match produces an Unsafe result that names OpenPhish</a:t>
            </a:r>
          </a:p>
        </p:txBody>
      </p:sp>
      <p:pic>
        <p:nvPicPr>
          <p:cNvPr id="12" name="">
            <a:extLst xmlns:a="http://schemas.openxmlformats.org/drawingml/2006/main">
              <a:ext uri="{FF2B5EF4-FFF2-40B4-BE49-F238E27FC236}">
                <a16:creationId xmlns:a16="http://schemas.microsoft.com/office/drawing/2014/main" id="{C16F89B2-8CC7-4896-AE18-0FA888CD32EB}"/>
              </a:ext>
            </a:extLst>
          </p:cNvPr>
          <p:cNvPicPr>
            <a:picLocks xmlns:a="http://schemas.openxmlformats.org/drawingml/2006/main" noChangeAspect="1"/>
          </p:cNvPicPr>
          <p:nvPr/>
        </p:nvPicPr>
        <p:blipFill>
          <a:blip xmlns:r="http://schemas.openxmlformats.org/officeDocument/2006/relationships" xmlns:a="http://schemas.openxmlformats.org/drawingml/2006/main" r:embed="R4f79396197ec4b75">
            <a:extLst>
              <a:ext uri="{96DAC541-7B7A-43D3-8B79-37D633B846F1}">
                <asvg:svgBlip xmlns:asvg="http://schemas.microsoft.com/office/drawing/2016/SVG/main" r:embed="R2157eb831a4e444f"/>
              </a:ext>
            </a:extLst>
          </a:blip>
          <a:stretch xmlns:a="http://schemas.openxmlformats.org/drawingml/2006/main"/>
        </p:blipFill>
        <p:spPr>
          <a:xfrm xmlns:a="http://schemas.openxmlformats.org/drawingml/2006/main">
            <a:off x="7477125" y="2524125"/>
            <a:ext cx="1047750" cy="1047750"/>
          </a:xfrm>
          <a:prstGeom xmlns:a="http://schemas.openxmlformats.org/drawingml/2006/main" prst="rect">
            <a:avLst/>
          </a:prstGeom>
        </p:spPr>
      </p:pic>
    </p:spTree>
    <p:extLst>
      <p:ext uri="{BB962C8B-B14F-4D97-AF65-F5344CB8AC3E}">
        <p14:creationId xmlns:p14="http://schemas.microsoft.com/office/powerpoint/2010/main" val="14052975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CD264AA5-66D4-48F7-95F8-D1FF07DD4E52}"/>
              </a:ext>
            </a:extLst>
          </p:cNvPr>
          <p:cNvPicPr>
            <a:picLocks xmlns:a="http://schemas.openxmlformats.org/drawingml/2006/main" noChangeAspect="1"/>
          </p:cNvPicPr>
          <p:nvPr/>
        </p:nvPicPr>
        <p:blipFill>
          <a:blip xmlns:r="http://schemas.openxmlformats.org/officeDocument/2006/relationships" xmlns:a="http://schemas.openxmlformats.org/drawingml/2006/main" r:embed="Rb12aab11571f4b0b">
            <a:extLst>
              <a:ext uri="{96DAC541-7B7A-43D3-8B79-37D633B846F1}">
                <asvg:svgBlip xmlns:asvg="http://schemas.microsoft.com/office/drawing/2016/SVG/main" r:embed="R7c6d442a264c49c9"/>
              </a:ext>
            </a:extLst>
          </a:blip>
          <a:stretch xmlns:a="http://schemas.openxmlformats.org/drawingml/2006/main"/>
        </p:blipFill>
        <p:spPr>
          <a:xfrm xmlns:a="http://schemas.openxmlformats.org/drawingml/2006/main">
            <a:off x="7677150" y="0"/>
            <a:ext cx="1466850" cy="146685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A67E0A32-E205-47B2-82CF-C9971C1A2F86}"/>
              </a:ext>
            </a:extLst>
          </p:cNvPr>
          <p:cNvPicPr>
            <a:picLocks xmlns:a="http://schemas.openxmlformats.org/drawingml/2006/main" noChangeAspect="1"/>
          </p:cNvPicPr>
          <p:nvPr/>
        </p:nvPicPr>
        <p:blipFill>
          <a:blip xmlns:r="http://schemas.openxmlformats.org/officeDocument/2006/relationships" xmlns:a="http://schemas.openxmlformats.org/drawingml/2006/main" r:embed="R3630cab77ca7401e">
            <a:extLst>
              <a:ext uri="{96DAC541-7B7A-43D3-8B79-37D633B846F1}">
                <asvg:svgBlip xmlns:asvg="http://schemas.microsoft.com/office/drawing/2016/SVG/main" r:embed="R2d9176c37f4143d9"/>
              </a:ext>
            </a:extLst>
          </a:blip>
          <a:stretch xmlns:a="http://schemas.openxmlformats.org/drawingml/2006/main"/>
        </p:blipFill>
        <p:spPr>
          <a:xfrm xmlns:a="http://schemas.openxmlformats.org/drawingml/2006/main">
            <a:off x="0" y="3924300"/>
            <a:ext cx="1162050" cy="11620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3A40EF4-EAF7-43E8-AC83-EF189A54DF3D}"/>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7C3AED"/>
                </a:solidFill>
                <a:latin typeface="Century Gothic"/>
                <a:ea typeface="Century Gothic"/>
                <a:cs typeface="Century Gothic"/>
              </a:defRPr>
            </a:defPPr>
            <a:lvl1pPr>
              <a:defRPr sz="3000" b="1">
                <a:solidFill>
                  <a:srgbClr val="7C3AED"/>
                </a:solidFill>
                <a:latin typeface="Century Gothic"/>
                <a:ea typeface="Century Gothic"/>
                <a:cs typeface="Century Gothic"/>
              </a:defRPr>
            </a:lvl1pPr>
            <a:lvl2pPr>
              <a:defRPr sz="3000" b="1">
                <a:solidFill>
                  <a:srgbClr val="7C3AED"/>
                </a:solidFill>
                <a:latin typeface="Century Gothic"/>
                <a:ea typeface="Century Gothic"/>
                <a:cs typeface="Century Gothic"/>
              </a:defRPr>
            </a:lvl2pPr>
            <a:lvl3pPr>
              <a:defRPr sz="3000" b="1">
                <a:solidFill>
                  <a:srgbClr val="7C3AED"/>
                </a:solidFill>
                <a:latin typeface="Century Gothic"/>
                <a:ea typeface="Century Gothic"/>
                <a:cs typeface="Century Gothic"/>
              </a:defRPr>
            </a:lvl3pPr>
            <a:lvl4pPr>
              <a:defRPr sz="3000" b="1">
                <a:solidFill>
                  <a:srgbClr val="7C3AED"/>
                </a:solidFill>
                <a:latin typeface="Century Gothic"/>
                <a:ea typeface="Century Gothic"/>
                <a:cs typeface="Century Gothic"/>
              </a:defRPr>
            </a:lvl4pPr>
            <a:lvl5pPr>
              <a:defRPr sz="3000" b="1">
                <a:solidFill>
                  <a:srgbClr val="7C3AED"/>
                </a:solidFill>
                <a:latin typeface="Century Gothic"/>
                <a:ea typeface="Century Gothic"/>
                <a:cs typeface="Century Gothic"/>
              </a:defRPr>
            </a:lvl5pPr>
            <a:lvl6pPr>
              <a:defRPr sz="3000" b="1">
                <a:solidFill>
                  <a:srgbClr val="7C3AED"/>
                </a:solidFill>
                <a:latin typeface="Century Gothic"/>
                <a:ea typeface="Century Gothic"/>
                <a:cs typeface="Century Gothic"/>
              </a:defRPr>
            </a:lvl6pPr>
            <a:lvl7pPr>
              <a:defRPr sz="3000" b="1">
                <a:solidFill>
                  <a:srgbClr val="7C3AED"/>
                </a:solidFill>
                <a:latin typeface="Century Gothic"/>
                <a:ea typeface="Century Gothic"/>
                <a:cs typeface="Century Gothic"/>
              </a:defRPr>
            </a:lvl7pPr>
            <a:lvl8pPr>
              <a:defRPr sz="3000" b="1">
                <a:solidFill>
                  <a:srgbClr val="7C3AED"/>
                </a:solidFill>
                <a:latin typeface="Century Gothic"/>
                <a:ea typeface="Century Gothic"/>
                <a:cs typeface="Century Gothic"/>
              </a:defRPr>
            </a:lvl8pPr>
            <a:lvl9pPr>
              <a:defRPr sz="3000" b="1">
                <a:solidFill>
                  <a:srgbClr val="7C3AED"/>
                </a:solidFill>
                <a:latin typeface="Century Gothic"/>
                <a:ea typeface="Century Gothic"/>
                <a:cs typeface="Century Gothic"/>
              </a:defRPr>
            </a:lvl9pPr>
          </a:lstStyle>
          <a:p xmlns:a="http://schemas.openxmlformats.org/drawingml/2006/main">
            <a:pPr>
              <a:defRPr sz="3000" b="1">
                <a:solidFill>
                  <a:srgbClr val="7C3AED"/>
                </a:solidFill>
                <a:latin typeface="Century Gothic"/>
                <a:ea typeface="Century Gothic"/>
                <a:cs typeface="Century Gothic"/>
              </a:defRPr>
            </a:pPr>
            <a:r>
              <a:rPr sz="3000" b="1">
                <a:solidFill>
                  <a:srgbClr val="7C3AED"/>
                </a:solidFill>
                <a:latin typeface="Century Gothic"/>
                <a:ea typeface="Century Gothic"/>
                <a:cs typeface="Century Gothic"/>
              </a:rPr>
              <a:t>A warning people can act on</a:t>
            </a:r>
          </a:p>
        </p:txBody>
      </p:sp>
      <p:sp>
        <p:nvSpPr>
          <p:cNvPr id="4" name="">
            <a:extLst xmlns:a="http://schemas.openxmlformats.org/drawingml/2006/main">
              <a:ext uri="{FF2B5EF4-FFF2-40B4-BE49-F238E27FC236}">
                <a16:creationId xmlns:a16="http://schemas.microsoft.com/office/drawing/2014/main" id="{4AF1E643-EC85-4451-9D40-4FFA1DA32F34}"/>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7C3AED"/>
                </a:solidFill>
                <a:latin typeface="Century Gothic"/>
                <a:ea typeface="Century Gothic"/>
                <a:cs typeface="Century Gothic"/>
              </a:defRPr>
            </a:defPPr>
            <a:lvl1pPr>
              <a:defRPr sz="1050" b="0">
                <a:solidFill>
                  <a:srgbClr val="7C3AED"/>
                </a:solidFill>
                <a:latin typeface="Century Gothic"/>
                <a:ea typeface="Century Gothic"/>
                <a:cs typeface="Century Gothic"/>
              </a:defRPr>
            </a:lvl1pPr>
            <a:lvl2pPr>
              <a:defRPr sz="1050" b="0">
                <a:solidFill>
                  <a:srgbClr val="7C3AED"/>
                </a:solidFill>
                <a:latin typeface="Century Gothic"/>
                <a:ea typeface="Century Gothic"/>
                <a:cs typeface="Century Gothic"/>
              </a:defRPr>
            </a:lvl2pPr>
            <a:lvl3pPr>
              <a:defRPr sz="1050" b="0">
                <a:solidFill>
                  <a:srgbClr val="7C3AED"/>
                </a:solidFill>
                <a:latin typeface="Century Gothic"/>
                <a:ea typeface="Century Gothic"/>
                <a:cs typeface="Century Gothic"/>
              </a:defRPr>
            </a:lvl3pPr>
            <a:lvl4pPr>
              <a:defRPr sz="1050" b="0">
                <a:solidFill>
                  <a:srgbClr val="7C3AED"/>
                </a:solidFill>
                <a:latin typeface="Century Gothic"/>
                <a:ea typeface="Century Gothic"/>
                <a:cs typeface="Century Gothic"/>
              </a:defRPr>
            </a:lvl4pPr>
            <a:lvl5pPr>
              <a:defRPr sz="1050" b="0">
                <a:solidFill>
                  <a:srgbClr val="7C3AED"/>
                </a:solidFill>
                <a:latin typeface="Century Gothic"/>
                <a:ea typeface="Century Gothic"/>
                <a:cs typeface="Century Gothic"/>
              </a:defRPr>
            </a:lvl5pPr>
            <a:lvl6pPr>
              <a:defRPr sz="1050" b="0">
                <a:solidFill>
                  <a:srgbClr val="7C3AED"/>
                </a:solidFill>
                <a:latin typeface="Century Gothic"/>
                <a:ea typeface="Century Gothic"/>
                <a:cs typeface="Century Gothic"/>
              </a:defRPr>
            </a:lvl6pPr>
            <a:lvl7pPr>
              <a:defRPr sz="1050" b="0">
                <a:solidFill>
                  <a:srgbClr val="7C3AED"/>
                </a:solidFill>
                <a:latin typeface="Century Gothic"/>
                <a:ea typeface="Century Gothic"/>
                <a:cs typeface="Century Gothic"/>
              </a:defRPr>
            </a:lvl7pPr>
            <a:lvl8pPr>
              <a:defRPr sz="1050" b="0">
                <a:solidFill>
                  <a:srgbClr val="7C3AED"/>
                </a:solidFill>
                <a:latin typeface="Century Gothic"/>
                <a:ea typeface="Century Gothic"/>
                <a:cs typeface="Century Gothic"/>
              </a:defRPr>
            </a:lvl8pPr>
            <a:lvl9pPr>
              <a:defRPr sz="1050" b="0">
                <a:solidFill>
                  <a:srgbClr val="7C3AED"/>
                </a:solidFill>
                <a:latin typeface="Century Gothic"/>
                <a:ea typeface="Century Gothic"/>
                <a:cs typeface="Century Gothic"/>
              </a:defRPr>
            </a:lvl9pPr>
          </a:lstStyle>
          <a:p xmlns:a="http://schemas.openxmlformats.org/drawingml/2006/main">
            <a:pPr>
              <a:defRPr sz="1050" b="0">
                <a:solidFill>
                  <a:srgbClr val="7C3AED"/>
                </a:solidFill>
                <a:latin typeface="Century Gothic"/>
                <a:ea typeface="Century Gothic"/>
                <a:cs typeface="Century Gothic"/>
              </a:defRPr>
            </a:pPr>
            <a:r>
              <a:rPr sz="1050" b="0">
                <a:solidFill>
                  <a:srgbClr val="7C3AED"/>
                </a:solidFill>
                <a:latin typeface="Century Gothic"/>
                <a:ea typeface="Century Gothic"/>
                <a:cs typeface="Century Gothic"/>
              </a:rPr>
              <a:t>09</a:t>
            </a:r>
          </a:p>
        </p:txBody>
      </p:sp>
      <p:sp>
        <p:nvSpPr>
          <p:cNvPr id="5" name="">
            <a:extLst xmlns:a="http://schemas.openxmlformats.org/drawingml/2006/main">
              <a:ext uri="{FF2B5EF4-FFF2-40B4-BE49-F238E27FC236}">
                <a16:creationId xmlns:a16="http://schemas.microsoft.com/office/drawing/2014/main" id="{062559B4-81C3-477B-8030-78E4FA364C31}"/>
              </a:ext>
            </a:extLst>
          </p:cNvPr>
          <p:cNvSpPr>
            <a:spLocks xmlns:a="http://schemas.openxmlformats.org/drawingml/2006/main" noGrp="1"/>
          </p:cNvSpPr>
          <p:nvPr/>
        </p:nvSpPr>
        <p:spPr>
          <a:xfrm xmlns:a="http://schemas.openxmlformats.org/drawingml/2006/main">
            <a:off x="647700" y="1371600"/>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350" b="1">
                <a:solidFill>
                  <a:srgbClr val="B62C43"/>
                </a:solidFill>
                <a:latin typeface="Century Gothic"/>
                <a:ea typeface="Century Gothic"/>
                <a:cs typeface="Century Gothic"/>
              </a:defRPr>
            </a:defPPr>
            <a:lvl1pPr>
              <a:defRPr sz="4350" b="1">
                <a:solidFill>
                  <a:srgbClr val="B62C43"/>
                </a:solidFill>
                <a:latin typeface="Century Gothic"/>
                <a:ea typeface="Century Gothic"/>
                <a:cs typeface="Century Gothic"/>
              </a:defRPr>
            </a:lvl1pPr>
            <a:lvl2pPr>
              <a:defRPr sz="4350" b="1">
                <a:solidFill>
                  <a:srgbClr val="B62C43"/>
                </a:solidFill>
                <a:latin typeface="Century Gothic"/>
                <a:ea typeface="Century Gothic"/>
                <a:cs typeface="Century Gothic"/>
              </a:defRPr>
            </a:lvl2pPr>
            <a:lvl3pPr>
              <a:defRPr sz="4350" b="1">
                <a:solidFill>
                  <a:srgbClr val="B62C43"/>
                </a:solidFill>
                <a:latin typeface="Century Gothic"/>
                <a:ea typeface="Century Gothic"/>
                <a:cs typeface="Century Gothic"/>
              </a:defRPr>
            </a:lvl3pPr>
            <a:lvl4pPr>
              <a:defRPr sz="4350" b="1">
                <a:solidFill>
                  <a:srgbClr val="B62C43"/>
                </a:solidFill>
                <a:latin typeface="Century Gothic"/>
                <a:ea typeface="Century Gothic"/>
                <a:cs typeface="Century Gothic"/>
              </a:defRPr>
            </a:lvl4pPr>
            <a:lvl5pPr>
              <a:defRPr sz="4350" b="1">
                <a:solidFill>
                  <a:srgbClr val="B62C43"/>
                </a:solidFill>
                <a:latin typeface="Century Gothic"/>
                <a:ea typeface="Century Gothic"/>
                <a:cs typeface="Century Gothic"/>
              </a:defRPr>
            </a:lvl5pPr>
            <a:lvl6pPr>
              <a:defRPr sz="4350" b="1">
                <a:solidFill>
                  <a:srgbClr val="B62C43"/>
                </a:solidFill>
                <a:latin typeface="Century Gothic"/>
                <a:ea typeface="Century Gothic"/>
                <a:cs typeface="Century Gothic"/>
              </a:defRPr>
            </a:lvl6pPr>
            <a:lvl7pPr>
              <a:defRPr sz="4350" b="1">
                <a:solidFill>
                  <a:srgbClr val="B62C43"/>
                </a:solidFill>
                <a:latin typeface="Century Gothic"/>
                <a:ea typeface="Century Gothic"/>
                <a:cs typeface="Century Gothic"/>
              </a:defRPr>
            </a:lvl7pPr>
            <a:lvl8pPr>
              <a:defRPr sz="4350" b="1">
                <a:solidFill>
                  <a:srgbClr val="B62C43"/>
                </a:solidFill>
                <a:latin typeface="Century Gothic"/>
                <a:ea typeface="Century Gothic"/>
                <a:cs typeface="Century Gothic"/>
              </a:defRPr>
            </a:lvl8pPr>
            <a:lvl9pPr>
              <a:defRPr sz="4350" b="1">
                <a:solidFill>
                  <a:srgbClr val="B62C43"/>
                </a:solidFill>
                <a:latin typeface="Century Gothic"/>
                <a:ea typeface="Century Gothic"/>
                <a:cs typeface="Century Gothic"/>
              </a:defRPr>
            </a:lvl9pPr>
          </a:lstStyle>
          <a:p xmlns:a="http://schemas.openxmlformats.org/drawingml/2006/main">
            <a:pPr>
              <a:defRPr sz="4350" b="1">
                <a:solidFill>
                  <a:srgbClr val="B62C43"/>
                </a:solidFill>
                <a:latin typeface="Century Gothic"/>
                <a:ea typeface="Century Gothic"/>
                <a:cs typeface="Century Gothic"/>
              </a:defRPr>
            </a:pPr>
            <a:r>
              <a:rPr sz="4350" b="1">
                <a:solidFill>
                  <a:srgbClr val="B62C43"/>
                </a:solidFill>
                <a:latin typeface="Century Gothic"/>
                <a:ea typeface="Century Gothic"/>
                <a:cs typeface="Century Gothic"/>
              </a:rPr>
              <a:t>Unsafe link</a:t>
            </a:r>
          </a:p>
        </p:txBody>
      </p:sp>
      <p:sp>
        <p:nvSpPr>
          <p:cNvPr id="6" name="">
            <a:extLst xmlns:a="http://schemas.openxmlformats.org/drawingml/2006/main">
              <a:ext uri="{FF2B5EF4-FFF2-40B4-BE49-F238E27FC236}">
                <a16:creationId xmlns:a16="http://schemas.microsoft.com/office/drawing/2014/main" id="{7FAEEEC0-8563-487A-8A75-3FC04FDE2DEB}"/>
              </a:ext>
            </a:extLst>
          </p:cNvPr>
          <p:cNvSpPr>
            <a:spLocks xmlns:a="http://schemas.openxmlformats.org/drawingml/2006/main" noGrp="1"/>
          </p:cNvSpPr>
          <p:nvPr/>
        </p:nvSpPr>
        <p:spPr>
          <a:xfrm xmlns:a="http://schemas.openxmlformats.org/drawingml/2006/main">
            <a:off x="666750" y="2333625"/>
            <a:ext cx="762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A1A2E"/>
                </a:solidFill>
                <a:latin typeface="Century Gothic"/>
                <a:ea typeface="Century Gothic"/>
                <a:cs typeface="Century Gothic"/>
              </a:defRPr>
            </a:defPPr>
            <a:lvl1pPr>
              <a:defRPr sz="2175" b="0">
                <a:solidFill>
                  <a:srgbClr val="1A1A2E"/>
                </a:solidFill>
                <a:latin typeface="Century Gothic"/>
                <a:ea typeface="Century Gothic"/>
                <a:cs typeface="Century Gothic"/>
              </a:defRPr>
            </a:lvl1pPr>
            <a:lvl2pPr>
              <a:defRPr sz="2175" b="0">
                <a:solidFill>
                  <a:srgbClr val="1A1A2E"/>
                </a:solidFill>
                <a:latin typeface="Century Gothic"/>
                <a:ea typeface="Century Gothic"/>
                <a:cs typeface="Century Gothic"/>
              </a:defRPr>
            </a:lvl2pPr>
            <a:lvl3pPr>
              <a:defRPr sz="2175" b="0">
                <a:solidFill>
                  <a:srgbClr val="1A1A2E"/>
                </a:solidFill>
                <a:latin typeface="Century Gothic"/>
                <a:ea typeface="Century Gothic"/>
                <a:cs typeface="Century Gothic"/>
              </a:defRPr>
            </a:lvl3pPr>
            <a:lvl4pPr>
              <a:defRPr sz="2175" b="0">
                <a:solidFill>
                  <a:srgbClr val="1A1A2E"/>
                </a:solidFill>
                <a:latin typeface="Century Gothic"/>
                <a:ea typeface="Century Gothic"/>
                <a:cs typeface="Century Gothic"/>
              </a:defRPr>
            </a:lvl4pPr>
            <a:lvl5pPr>
              <a:defRPr sz="2175" b="0">
                <a:solidFill>
                  <a:srgbClr val="1A1A2E"/>
                </a:solidFill>
                <a:latin typeface="Century Gothic"/>
                <a:ea typeface="Century Gothic"/>
                <a:cs typeface="Century Gothic"/>
              </a:defRPr>
            </a:lvl5pPr>
            <a:lvl6pPr>
              <a:defRPr sz="2175" b="0">
                <a:solidFill>
                  <a:srgbClr val="1A1A2E"/>
                </a:solidFill>
                <a:latin typeface="Century Gothic"/>
                <a:ea typeface="Century Gothic"/>
                <a:cs typeface="Century Gothic"/>
              </a:defRPr>
            </a:lvl6pPr>
            <a:lvl7pPr>
              <a:defRPr sz="2175" b="0">
                <a:solidFill>
                  <a:srgbClr val="1A1A2E"/>
                </a:solidFill>
                <a:latin typeface="Century Gothic"/>
                <a:ea typeface="Century Gothic"/>
                <a:cs typeface="Century Gothic"/>
              </a:defRPr>
            </a:lvl7pPr>
            <a:lvl8pPr>
              <a:defRPr sz="2175" b="0">
                <a:solidFill>
                  <a:srgbClr val="1A1A2E"/>
                </a:solidFill>
                <a:latin typeface="Century Gothic"/>
                <a:ea typeface="Century Gothic"/>
                <a:cs typeface="Century Gothic"/>
              </a:defRPr>
            </a:lvl8pPr>
            <a:lvl9pPr>
              <a:defRPr sz="2175" b="0">
                <a:solidFill>
                  <a:srgbClr val="1A1A2E"/>
                </a:solidFill>
                <a:latin typeface="Century Gothic"/>
                <a:ea typeface="Century Gothic"/>
                <a:cs typeface="Century Gothic"/>
              </a:defRPr>
            </a:lvl9pPr>
          </a:lstStyle>
          <a:p xmlns:a="http://schemas.openxmlformats.org/drawingml/2006/main">
            <a:pPr>
              <a:defRPr sz="2175" b="0">
                <a:solidFill>
                  <a:srgbClr val="1A1A2E"/>
                </a:solidFill>
                <a:latin typeface="Century Gothic"/>
                <a:ea typeface="Century Gothic"/>
                <a:cs typeface="Century Gothic"/>
              </a:defRPr>
            </a:pPr>
            <a:r>
              <a:rPr sz="2175" b="0">
                <a:solidFill>
                  <a:srgbClr val="1A1A2E"/>
                </a:solidFill>
                <a:latin typeface="Century Gothic"/>
                <a:ea typeface="Century Gothic"/>
                <a:cs typeface="Century Gothic"/>
              </a:rPr>
              <a:t>OpenPhish reports this link as harmful.</a:t>
            </a:r>
          </a:p>
        </p:txBody>
      </p:sp>
      <p:sp>
        <p:nvSpPr>
          <p:cNvPr id="7" name="">
            <a:extLst xmlns:a="http://schemas.openxmlformats.org/drawingml/2006/main">
              <a:ext uri="{FF2B5EF4-FFF2-40B4-BE49-F238E27FC236}">
                <a16:creationId xmlns:a16="http://schemas.microsoft.com/office/drawing/2014/main" id="{AA03C4E6-AAA2-42F4-B51B-6AE7AD547128}"/>
              </a:ext>
            </a:extLst>
          </p:cNvPr>
          <p:cNvSpPr>
            <a:spLocks xmlns:a="http://schemas.openxmlformats.org/drawingml/2006/main" noGrp="1"/>
          </p:cNvSpPr>
          <p:nvPr/>
        </p:nvSpPr>
        <p:spPr>
          <a:xfrm xmlns:a="http://schemas.openxmlformats.org/drawingml/2006/main">
            <a:off x="666750" y="3219450"/>
            <a:ext cx="762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A1A2E"/>
                </a:solidFill>
                <a:latin typeface="Century Gothic"/>
                <a:ea typeface="Century Gothic"/>
                <a:cs typeface="Century Gothic"/>
              </a:defRPr>
            </a:defPPr>
            <a:lvl1pPr>
              <a:defRPr sz="2400" b="1">
                <a:solidFill>
                  <a:srgbClr val="1A1A2E"/>
                </a:solidFill>
                <a:latin typeface="Century Gothic"/>
                <a:ea typeface="Century Gothic"/>
                <a:cs typeface="Century Gothic"/>
              </a:defRPr>
            </a:lvl1pPr>
            <a:lvl2pPr>
              <a:defRPr sz="2400" b="1">
                <a:solidFill>
                  <a:srgbClr val="1A1A2E"/>
                </a:solidFill>
                <a:latin typeface="Century Gothic"/>
                <a:ea typeface="Century Gothic"/>
                <a:cs typeface="Century Gothic"/>
              </a:defRPr>
            </a:lvl2pPr>
            <a:lvl3pPr>
              <a:defRPr sz="2400" b="1">
                <a:solidFill>
                  <a:srgbClr val="1A1A2E"/>
                </a:solidFill>
                <a:latin typeface="Century Gothic"/>
                <a:ea typeface="Century Gothic"/>
                <a:cs typeface="Century Gothic"/>
              </a:defRPr>
            </a:lvl3pPr>
            <a:lvl4pPr>
              <a:defRPr sz="2400" b="1">
                <a:solidFill>
                  <a:srgbClr val="1A1A2E"/>
                </a:solidFill>
                <a:latin typeface="Century Gothic"/>
                <a:ea typeface="Century Gothic"/>
                <a:cs typeface="Century Gothic"/>
              </a:defRPr>
            </a:lvl4pPr>
            <a:lvl5pPr>
              <a:defRPr sz="2400" b="1">
                <a:solidFill>
                  <a:srgbClr val="1A1A2E"/>
                </a:solidFill>
                <a:latin typeface="Century Gothic"/>
                <a:ea typeface="Century Gothic"/>
                <a:cs typeface="Century Gothic"/>
              </a:defRPr>
            </a:lvl5pPr>
            <a:lvl6pPr>
              <a:defRPr sz="2400" b="1">
                <a:solidFill>
                  <a:srgbClr val="1A1A2E"/>
                </a:solidFill>
                <a:latin typeface="Century Gothic"/>
                <a:ea typeface="Century Gothic"/>
                <a:cs typeface="Century Gothic"/>
              </a:defRPr>
            </a:lvl6pPr>
            <a:lvl7pPr>
              <a:defRPr sz="2400" b="1">
                <a:solidFill>
                  <a:srgbClr val="1A1A2E"/>
                </a:solidFill>
                <a:latin typeface="Century Gothic"/>
                <a:ea typeface="Century Gothic"/>
                <a:cs typeface="Century Gothic"/>
              </a:defRPr>
            </a:lvl7pPr>
            <a:lvl8pPr>
              <a:defRPr sz="2400" b="1">
                <a:solidFill>
                  <a:srgbClr val="1A1A2E"/>
                </a:solidFill>
                <a:latin typeface="Century Gothic"/>
                <a:ea typeface="Century Gothic"/>
                <a:cs typeface="Century Gothic"/>
              </a:defRPr>
            </a:lvl8pPr>
            <a:lvl9pPr>
              <a:defRPr sz="2400" b="1">
                <a:solidFill>
                  <a:srgbClr val="1A1A2E"/>
                </a:solidFill>
                <a:latin typeface="Century Gothic"/>
                <a:ea typeface="Century Gothic"/>
                <a:cs typeface="Century Gothic"/>
              </a:defRPr>
            </a:lvl9pPr>
          </a:lstStyle>
          <a:p xmlns:a="http://schemas.openxmlformats.org/drawingml/2006/main">
            <a:pPr>
              <a:defRPr sz="2400" b="1">
                <a:solidFill>
                  <a:srgbClr val="1A1A2E"/>
                </a:solidFill>
                <a:latin typeface="Century Gothic"/>
                <a:ea typeface="Century Gothic"/>
                <a:cs typeface="Century Gothic"/>
              </a:defRPr>
            </a:pPr>
            <a:r>
              <a:rPr sz="2400" b="1">
                <a:solidFill>
                  <a:srgbClr val="1A1A2E"/>
                </a:solidFill>
                <a:latin typeface="Century Gothic"/>
                <a:ea typeface="Century Gothic"/>
                <a:cs typeface="Century Gothic"/>
              </a:rPr>
              <a:t>Do not open it or enter personal details.</a:t>
            </a:r>
          </a:p>
        </p:txBody>
      </p:sp>
      <p:sp>
        <p:nvSpPr>
          <p:cNvPr id="8" name="">
            <a:extLst xmlns:a="http://schemas.openxmlformats.org/drawingml/2006/main">
              <a:ext uri="{FF2B5EF4-FFF2-40B4-BE49-F238E27FC236}">
                <a16:creationId xmlns:a16="http://schemas.microsoft.com/office/drawing/2014/main" id="{0B70A5A0-0996-4F4A-9D5B-6C78CB7F337F}"/>
              </a:ext>
            </a:extLst>
          </p:cNvPr>
          <p:cNvSpPr>
            <a:spLocks xmlns:a="http://schemas.openxmlformats.org/drawingml/2006/main" noGrp="1"/>
          </p:cNvSpPr>
          <p:nvPr/>
        </p:nvSpPr>
        <p:spPr>
          <a:xfrm xmlns:a="http://schemas.openxmlformats.org/drawingml/2006/main">
            <a:off x="666750" y="3876675"/>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7C3AED"/>
                </a:solidFill>
                <a:latin typeface="Century Gothic"/>
                <a:ea typeface="Century Gothic"/>
                <a:cs typeface="Century Gothic"/>
              </a:defRPr>
            </a:defPPr>
            <a:lvl1pPr>
              <a:defRPr sz="2100" b="0">
                <a:solidFill>
                  <a:srgbClr val="7C3AED"/>
                </a:solidFill>
                <a:latin typeface="Century Gothic"/>
                <a:ea typeface="Century Gothic"/>
                <a:cs typeface="Century Gothic"/>
              </a:defRPr>
            </a:lvl1pPr>
            <a:lvl2pPr>
              <a:defRPr sz="2100" b="0">
                <a:solidFill>
                  <a:srgbClr val="7C3AED"/>
                </a:solidFill>
                <a:latin typeface="Century Gothic"/>
                <a:ea typeface="Century Gothic"/>
                <a:cs typeface="Century Gothic"/>
              </a:defRPr>
            </a:lvl2pPr>
            <a:lvl3pPr>
              <a:defRPr sz="2100" b="0">
                <a:solidFill>
                  <a:srgbClr val="7C3AED"/>
                </a:solidFill>
                <a:latin typeface="Century Gothic"/>
                <a:ea typeface="Century Gothic"/>
                <a:cs typeface="Century Gothic"/>
              </a:defRPr>
            </a:lvl3pPr>
            <a:lvl4pPr>
              <a:defRPr sz="2100" b="0">
                <a:solidFill>
                  <a:srgbClr val="7C3AED"/>
                </a:solidFill>
                <a:latin typeface="Century Gothic"/>
                <a:ea typeface="Century Gothic"/>
                <a:cs typeface="Century Gothic"/>
              </a:defRPr>
            </a:lvl4pPr>
            <a:lvl5pPr>
              <a:defRPr sz="2100" b="0">
                <a:solidFill>
                  <a:srgbClr val="7C3AED"/>
                </a:solidFill>
                <a:latin typeface="Century Gothic"/>
                <a:ea typeface="Century Gothic"/>
                <a:cs typeface="Century Gothic"/>
              </a:defRPr>
            </a:lvl5pPr>
            <a:lvl6pPr>
              <a:defRPr sz="2100" b="0">
                <a:solidFill>
                  <a:srgbClr val="7C3AED"/>
                </a:solidFill>
                <a:latin typeface="Century Gothic"/>
                <a:ea typeface="Century Gothic"/>
                <a:cs typeface="Century Gothic"/>
              </a:defRPr>
            </a:lvl6pPr>
            <a:lvl7pPr>
              <a:defRPr sz="2100" b="0">
                <a:solidFill>
                  <a:srgbClr val="7C3AED"/>
                </a:solidFill>
                <a:latin typeface="Century Gothic"/>
                <a:ea typeface="Century Gothic"/>
                <a:cs typeface="Century Gothic"/>
              </a:defRPr>
            </a:lvl7pPr>
            <a:lvl8pPr>
              <a:defRPr sz="2100" b="0">
                <a:solidFill>
                  <a:srgbClr val="7C3AED"/>
                </a:solidFill>
                <a:latin typeface="Century Gothic"/>
                <a:ea typeface="Century Gothic"/>
                <a:cs typeface="Century Gothic"/>
              </a:defRPr>
            </a:lvl8pPr>
            <a:lvl9pPr>
              <a:defRPr sz="2100" b="0">
                <a:solidFill>
                  <a:srgbClr val="7C3AED"/>
                </a:solidFill>
                <a:latin typeface="Century Gothic"/>
                <a:ea typeface="Century Gothic"/>
                <a:cs typeface="Century Gothic"/>
              </a:defRPr>
            </a:lvl9pPr>
          </a:lstStyle>
          <a:p xmlns:a="http://schemas.openxmlformats.org/drawingml/2006/main">
            <a:pPr>
              <a:defRPr sz="2100" b="0">
                <a:solidFill>
                  <a:srgbClr val="7C3AED"/>
                </a:solidFill>
                <a:latin typeface="Century Gothic"/>
                <a:ea typeface="Century Gothic"/>
                <a:cs typeface="Century Gothic"/>
              </a:defRPr>
            </a:pPr>
            <a:r>
              <a:rPr sz="2100" b="0">
                <a:solidFill>
                  <a:srgbClr val="7C3AED"/>
                </a:solidFill>
                <a:latin typeface="Century Gothic"/>
                <a:ea typeface="Century Gothic"/>
                <a:cs typeface="Century Gothic"/>
              </a:rPr>
              <a:t>Use the company's official app instead.</a:t>
            </a:r>
          </a:p>
        </p:txBody>
      </p:sp>
      <p:pic>
        <p:nvPicPr>
          <p:cNvPr id="9" name="">
            <a:extLst xmlns:a="http://schemas.openxmlformats.org/drawingml/2006/main">
              <a:ext uri="{FF2B5EF4-FFF2-40B4-BE49-F238E27FC236}">
                <a16:creationId xmlns:a16="http://schemas.microsoft.com/office/drawing/2014/main" id="{CF138EBC-7EA2-4194-996C-C174345E5FB2}"/>
              </a:ext>
            </a:extLst>
          </p:cNvPr>
          <p:cNvPicPr>
            <a:picLocks xmlns:a="http://schemas.openxmlformats.org/drawingml/2006/main" noChangeAspect="1"/>
          </p:cNvPicPr>
          <p:nvPr/>
        </p:nvPicPr>
        <p:blipFill>
          <a:blip xmlns:r="http://schemas.openxmlformats.org/officeDocument/2006/relationships" xmlns:a="http://schemas.openxmlformats.org/drawingml/2006/main" r:embed="R55920429e0ec497f">
            <a:extLst>
              <a:ext uri="{96DAC541-7B7A-43D3-8B79-37D633B846F1}">
                <asvg:svgBlip xmlns:asvg="http://schemas.microsoft.com/office/drawing/2016/SVG/main" r:embed="R37c1162c0aff4e93"/>
              </a:ext>
            </a:extLst>
          </a:blip>
          <a:stretch xmlns:a="http://schemas.openxmlformats.org/drawingml/2006/main"/>
        </p:blipFill>
        <p:spPr>
          <a:xfrm xmlns:a="http://schemas.openxmlformats.org/drawingml/2006/main">
            <a:off x="7429500" y="1381125"/>
            <a:ext cx="952500" cy="952500"/>
          </a:xfrm>
          <a:prstGeom xmlns:a="http://schemas.openxmlformats.org/drawingml/2006/main" prst="rect">
            <a:avLst/>
          </a:prstGeom>
        </p:spPr>
      </p:pic>
    </p:spTree>
    <p:extLst>
      <p:ext uri="{BB962C8B-B14F-4D97-AF65-F5344CB8AC3E}">
        <p14:creationId xmlns:p14="http://schemas.microsoft.com/office/powerpoint/2010/main" val="206025552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C98FD56F-6347-47C0-B75C-2C03ECA0703A}"/>
              </a:ext>
            </a:extLst>
          </p:cNvPr>
          <p:cNvPicPr>
            <a:picLocks xmlns:a="http://schemas.openxmlformats.org/drawingml/2006/main" noChangeAspect="1"/>
          </p:cNvPicPr>
          <p:nvPr/>
        </p:nvPicPr>
        <p:blipFill>
          <a:blip xmlns:r="http://schemas.openxmlformats.org/officeDocument/2006/relationships" xmlns:a="http://schemas.openxmlformats.org/drawingml/2006/main" r:embed="R7d25979f001c4c16">
            <a:extLst>
              <a:ext uri="{96DAC541-7B7A-43D3-8B79-37D633B846F1}">
                <asvg:svgBlip xmlns:asvg="http://schemas.microsoft.com/office/drawing/2016/SVG/main" r:embed="R1f3fe8507f6a436a"/>
              </a:ext>
            </a:extLst>
          </a:blip>
          <a:stretch xmlns:a="http://schemas.openxmlformats.org/drawingml/2006/main"/>
        </p:blipFill>
        <p:spPr>
          <a:xfrm xmlns:a="http://schemas.openxmlformats.org/drawingml/2006/main">
            <a:off x="7677150" y="0"/>
            <a:ext cx="1466850" cy="146685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F6965C66-FE7E-4C92-A2C4-34CEC58DD1A7}"/>
              </a:ext>
            </a:extLst>
          </p:cNvPr>
          <p:cNvPicPr>
            <a:picLocks xmlns:a="http://schemas.openxmlformats.org/drawingml/2006/main" noChangeAspect="1"/>
          </p:cNvPicPr>
          <p:nvPr/>
        </p:nvPicPr>
        <p:blipFill>
          <a:blip xmlns:r="http://schemas.openxmlformats.org/officeDocument/2006/relationships" xmlns:a="http://schemas.openxmlformats.org/drawingml/2006/main" r:embed="Rd05c2b8e79524066">
            <a:extLst>
              <a:ext uri="{96DAC541-7B7A-43D3-8B79-37D633B846F1}">
                <asvg:svgBlip xmlns:asvg="http://schemas.microsoft.com/office/drawing/2016/SVG/main" r:embed="R1555527e4bd74c26"/>
              </a:ext>
            </a:extLst>
          </a:blip>
          <a:stretch xmlns:a="http://schemas.openxmlformats.org/drawingml/2006/main"/>
        </p:blipFill>
        <p:spPr>
          <a:xfrm xmlns:a="http://schemas.openxmlformats.org/drawingml/2006/main">
            <a:off x="0" y="3924300"/>
            <a:ext cx="1162050" cy="11620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67BCB46-366B-4F4E-A217-35B8E3057F09}"/>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7C3AED"/>
                </a:solidFill>
                <a:latin typeface="Century Gothic"/>
                <a:ea typeface="Century Gothic"/>
                <a:cs typeface="Century Gothic"/>
              </a:defRPr>
            </a:defPPr>
            <a:lvl1pPr>
              <a:defRPr sz="3000" b="1">
                <a:solidFill>
                  <a:srgbClr val="7C3AED"/>
                </a:solidFill>
                <a:latin typeface="Century Gothic"/>
                <a:ea typeface="Century Gothic"/>
                <a:cs typeface="Century Gothic"/>
              </a:defRPr>
            </a:lvl1pPr>
            <a:lvl2pPr>
              <a:defRPr sz="3000" b="1">
                <a:solidFill>
                  <a:srgbClr val="7C3AED"/>
                </a:solidFill>
                <a:latin typeface="Century Gothic"/>
                <a:ea typeface="Century Gothic"/>
                <a:cs typeface="Century Gothic"/>
              </a:defRPr>
            </a:lvl2pPr>
            <a:lvl3pPr>
              <a:defRPr sz="3000" b="1">
                <a:solidFill>
                  <a:srgbClr val="7C3AED"/>
                </a:solidFill>
                <a:latin typeface="Century Gothic"/>
                <a:ea typeface="Century Gothic"/>
                <a:cs typeface="Century Gothic"/>
              </a:defRPr>
            </a:lvl3pPr>
            <a:lvl4pPr>
              <a:defRPr sz="3000" b="1">
                <a:solidFill>
                  <a:srgbClr val="7C3AED"/>
                </a:solidFill>
                <a:latin typeface="Century Gothic"/>
                <a:ea typeface="Century Gothic"/>
                <a:cs typeface="Century Gothic"/>
              </a:defRPr>
            </a:lvl4pPr>
            <a:lvl5pPr>
              <a:defRPr sz="3000" b="1">
                <a:solidFill>
                  <a:srgbClr val="7C3AED"/>
                </a:solidFill>
                <a:latin typeface="Century Gothic"/>
                <a:ea typeface="Century Gothic"/>
                <a:cs typeface="Century Gothic"/>
              </a:defRPr>
            </a:lvl5pPr>
            <a:lvl6pPr>
              <a:defRPr sz="3000" b="1">
                <a:solidFill>
                  <a:srgbClr val="7C3AED"/>
                </a:solidFill>
                <a:latin typeface="Century Gothic"/>
                <a:ea typeface="Century Gothic"/>
                <a:cs typeface="Century Gothic"/>
              </a:defRPr>
            </a:lvl6pPr>
            <a:lvl7pPr>
              <a:defRPr sz="3000" b="1">
                <a:solidFill>
                  <a:srgbClr val="7C3AED"/>
                </a:solidFill>
                <a:latin typeface="Century Gothic"/>
                <a:ea typeface="Century Gothic"/>
                <a:cs typeface="Century Gothic"/>
              </a:defRPr>
            </a:lvl7pPr>
            <a:lvl8pPr>
              <a:defRPr sz="3000" b="1">
                <a:solidFill>
                  <a:srgbClr val="7C3AED"/>
                </a:solidFill>
                <a:latin typeface="Century Gothic"/>
                <a:ea typeface="Century Gothic"/>
                <a:cs typeface="Century Gothic"/>
              </a:defRPr>
            </a:lvl8pPr>
            <a:lvl9pPr>
              <a:defRPr sz="3000" b="1">
                <a:solidFill>
                  <a:srgbClr val="7C3AED"/>
                </a:solidFill>
                <a:latin typeface="Century Gothic"/>
                <a:ea typeface="Century Gothic"/>
                <a:cs typeface="Century Gothic"/>
              </a:defRPr>
            </a:lvl9pPr>
          </a:lstStyle>
          <a:p xmlns:a="http://schemas.openxmlformats.org/drawingml/2006/main">
            <a:pPr>
              <a:defRPr sz="3000" b="1">
                <a:solidFill>
                  <a:srgbClr val="7C3AED"/>
                </a:solidFill>
                <a:latin typeface="Century Gothic"/>
                <a:ea typeface="Century Gothic"/>
                <a:cs typeface="Century Gothic"/>
              </a:defRPr>
            </a:pPr>
            <a:r>
              <a:rPr sz="3000" b="1">
                <a:solidFill>
                  <a:srgbClr val="7C3AED"/>
                </a:solidFill>
                <a:latin typeface="Century Gothic"/>
                <a:ea typeface="Century Gothic"/>
                <a:cs typeface="Century Gothic"/>
              </a:rPr>
              <a:t>Built around trust</a:t>
            </a:r>
          </a:p>
        </p:txBody>
      </p:sp>
      <p:sp>
        <p:nvSpPr>
          <p:cNvPr id="4" name="">
            <a:extLst xmlns:a="http://schemas.openxmlformats.org/drawingml/2006/main">
              <a:ext uri="{FF2B5EF4-FFF2-40B4-BE49-F238E27FC236}">
                <a16:creationId xmlns:a16="http://schemas.microsoft.com/office/drawing/2014/main" id="{BCD20ED9-F4BF-4BF9-A62C-3349E1AB4CBC}"/>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7C3AED"/>
                </a:solidFill>
                <a:latin typeface="Century Gothic"/>
                <a:ea typeface="Century Gothic"/>
                <a:cs typeface="Century Gothic"/>
              </a:defRPr>
            </a:defPPr>
            <a:lvl1pPr>
              <a:defRPr sz="1050" b="0">
                <a:solidFill>
                  <a:srgbClr val="7C3AED"/>
                </a:solidFill>
                <a:latin typeface="Century Gothic"/>
                <a:ea typeface="Century Gothic"/>
                <a:cs typeface="Century Gothic"/>
              </a:defRPr>
            </a:lvl1pPr>
            <a:lvl2pPr>
              <a:defRPr sz="1050" b="0">
                <a:solidFill>
                  <a:srgbClr val="7C3AED"/>
                </a:solidFill>
                <a:latin typeface="Century Gothic"/>
                <a:ea typeface="Century Gothic"/>
                <a:cs typeface="Century Gothic"/>
              </a:defRPr>
            </a:lvl2pPr>
            <a:lvl3pPr>
              <a:defRPr sz="1050" b="0">
                <a:solidFill>
                  <a:srgbClr val="7C3AED"/>
                </a:solidFill>
                <a:latin typeface="Century Gothic"/>
                <a:ea typeface="Century Gothic"/>
                <a:cs typeface="Century Gothic"/>
              </a:defRPr>
            </a:lvl3pPr>
            <a:lvl4pPr>
              <a:defRPr sz="1050" b="0">
                <a:solidFill>
                  <a:srgbClr val="7C3AED"/>
                </a:solidFill>
                <a:latin typeface="Century Gothic"/>
                <a:ea typeface="Century Gothic"/>
                <a:cs typeface="Century Gothic"/>
              </a:defRPr>
            </a:lvl4pPr>
            <a:lvl5pPr>
              <a:defRPr sz="1050" b="0">
                <a:solidFill>
                  <a:srgbClr val="7C3AED"/>
                </a:solidFill>
                <a:latin typeface="Century Gothic"/>
                <a:ea typeface="Century Gothic"/>
                <a:cs typeface="Century Gothic"/>
              </a:defRPr>
            </a:lvl5pPr>
            <a:lvl6pPr>
              <a:defRPr sz="1050" b="0">
                <a:solidFill>
                  <a:srgbClr val="7C3AED"/>
                </a:solidFill>
                <a:latin typeface="Century Gothic"/>
                <a:ea typeface="Century Gothic"/>
                <a:cs typeface="Century Gothic"/>
              </a:defRPr>
            </a:lvl6pPr>
            <a:lvl7pPr>
              <a:defRPr sz="1050" b="0">
                <a:solidFill>
                  <a:srgbClr val="7C3AED"/>
                </a:solidFill>
                <a:latin typeface="Century Gothic"/>
                <a:ea typeface="Century Gothic"/>
                <a:cs typeface="Century Gothic"/>
              </a:defRPr>
            </a:lvl7pPr>
            <a:lvl8pPr>
              <a:defRPr sz="1050" b="0">
                <a:solidFill>
                  <a:srgbClr val="7C3AED"/>
                </a:solidFill>
                <a:latin typeface="Century Gothic"/>
                <a:ea typeface="Century Gothic"/>
                <a:cs typeface="Century Gothic"/>
              </a:defRPr>
            </a:lvl8pPr>
            <a:lvl9pPr>
              <a:defRPr sz="1050" b="0">
                <a:solidFill>
                  <a:srgbClr val="7C3AED"/>
                </a:solidFill>
                <a:latin typeface="Century Gothic"/>
                <a:ea typeface="Century Gothic"/>
                <a:cs typeface="Century Gothic"/>
              </a:defRPr>
            </a:lvl9pPr>
          </a:lstStyle>
          <a:p xmlns:a="http://schemas.openxmlformats.org/drawingml/2006/main">
            <a:pPr>
              <a:defRPr sz="1050" b="0">
                <a:solidFill>
                  <a:srgbClr val="7C3AED"/>
                </a:solidFill>
                <a:latin typeface="Century Gothic"/>
                <a:ea typeface="Century Gothic"/>
                <a:cs typeface="Century Gothic"/>
              </a:defRPr>
            </a:pPr>
            <a:r>
              <a:rPr sz="1050" b="0">
                <a:solidFill>
                  <a:srgbClr val="7C3AED"/>
                </a:solidFill>
                <a:latin typeface="Century Gothic"/>
                <a:ea typeface="Century Gothic"/>
                <a:cs typeface="Century Gothic"/>
              </a:rPr>
              <a:t>10</a:t>
            </a:r>
          </a:p>
        </p:txBody>
      </p:sp>
      <p:sp>
        <p:nvSpPr>
          <p:cNvPr id="5" name="">
            <a:extLst xmlns:a="http://schemas.openxmlformats.org/drawingml/2006/main">
              <a:ext uri="{FF2B5EF4-FFF2-40B4-BE49-F238E27FC236}">
                <a16:creationId xmlns:a16="http://schemas.microsoft.com/office/drawing/2014/main" id="{74285A3A-611B-47DA-9B94-E6A66073F1A4}"/>
              </a:ext>
            </a:extLst>
          </p:cNvPr>
          <p:cNvSpPr>
            <a:spLocks xmlns:a="http://schemas.openxmlformats.org/drawingml/2006/main" noGrp="1"/>
          </p:cNvSpPr>
          <p:nvPr/>
        </p:nvSpPr>
        <p:spPr>
          <a:xfrm xmlns:a="http://schemas.openxmlformats.org/drawingml/2006/main">
            <a:off x="590550" y="12001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C3AED"/>
                </a:solidFill>
                <a:latin typeface="Century Gothic"/>
                <a:ea typeface="Century Gothic"/>
                <a:cs typeface="Century Gothic"/>
              </a:defRPr>
            </a:defPPr>
            <a:lvl1pPr>
              <a:defRPr sz="2400" b="1">
                <a:solidFill>
                  <a:srgbClr val="7C3AED"/>
                </a:solidFill>
                <a:latin typeface="Century Gothic"/>
                <a:ea typeface="Century Gothic"/>
                <a:cs typeface="Century Gothic"/>
              </a:defRPr>
            </a:lvl1pPr>
            <a:lvl2pPr>
              <a:defRPr sz="2400" b="1">
                <a:solidFill>
                  <a:srgbClr val="7C3AED"/>
                </a:solidFill>
                <a:latin typeface="Century Gothic"/>
                <a:ea typeface="Century Gothic"/>
                <a:cs typeface="Century Gothic"/>
              </a:defRPr>
            </a:lvl2pPr>
            <a:lvl3pPr>
              <a:defRPr sz="2400" b="1">
                <a:solidFill>
                  <a:srgbClr val="7C3AED"/>
                </a:solidFill>
                <a:latin typeface="Century Gothic"/>
                <a:ea typeface="Century Gothic"/>
                <a:cs typeface="Century Gothic"/>
              </a:defRPr>
            </a:lvl3pPr>
            <a:lvl4pPr>
              <a:defRPr sz="2400" b="1">
                <a:solidFill>
                  <a:srgbClr val="7C3AED"/>
                </a:solidFill>
                <a:latin typeface="Century Gothic"/>
                <a:ea typeface="Century Gothic"/>
                <a:cs typeface="Century Gothic"/>
              </a:defRPr>
            </a:lvl4pPr>
            <a:lvl5pPr>
              <a:defRPr sz="2400" b="1">
                <a:solidFill>
                  <a:srgbClr val="7C3AED"/>
                </a:solidFill>
                <a:latin typeface="Century Gothic"/>
                <a:ea typeface="Century Gothic"/>
                <a:cs typeface="Century Gothic"/>
              </a:defRPr>
            </a:lvl5pPr>
            <a:lvl6pPr>
              <a:defRPr sz="2400" b="1">
                <a:solidFill>
                  <a:srgbClr val="7C3AED"/>
                </a:solidFill>
                <a:latin typeface="Century Gothic"/>
                <a:ea typeface="Century Gothic"/>
                <a:cs typeface="Century Gothic"/>
              </a:defRPr>
            </a:lvl6pPr>
            <a:lvl7pPr>
              <a:defRPr sz="2400" b="1">
                <a:solidFill>
                  <a:srgbClr val="7C3AED"/>
                </a:solidFill>
                <a:latin typeface="Century Gothic"/>
                <a:ea typeface="Century Gothic"/>
                <a:cs typeface="Century Gothic"/>
              </a:defRPr>
            </a:lvl7pPr>
            <a:lvl8pPr>
              <a:defRPr sz="2400" b="1">
                <a:solidFill>
                  <a:srgbClr val="7C3AED"/>
                </a:solidFill>
                <a:latin typeface="Century Gothic"/>
                <a:ea typeface="Century Gothic"/>
                <a:cs typeface="Century Gothic"/>
              </a:defRPr>
            </a:lvl8pPr>
            <a:lvl9pPr>
              <a:defRPr sz="2400" b="1">
                <a:solidFill>
                  <a:srgbClr val="7C3AED"/>
                </a:solidFill>
                <a:latin typeface="Century Gothic"/>
                <a:ea typeface="Century Gothic"/>
                <a:cs typeface="Century Gothic"/>
              </a:defRPr>
            </a:lvl9pPr>
          </a:lstStyle>
          <a:p xmlns:a="http://schemas.openxmlformats.org/drawingml/2006/main">
            <a:pPr>
              <a:defRPr sz="2400" b="1">
                <a:solidFill>
                  <a:srgbClr val="7C3AED"/>
                </a:solidFill>
                <a:latin typeface="Century Gothic"/>
                <a:ea typeface="Century Gothic"/>
                <a:cs typeface="Century Gothic"/>
              </a:defRPr>
            </a:pPr>
            <a:r>
              <a:rPr sz="2400" b="1">
                <a:solidFill>
                  <a:srgbClr val="7C3AED"/>
                </a:solidFill>
                <a:latin typeface="Century Gothic"/>
                <a:ea typeface="Century Gothic"/>
                <a:cs typeface="Century Gothic"/>
              </a:rPr>
              <a:t>01</a:t>
            </a:r>
          </a:p>
        </p:txBody>
      </p:sp>
      <p:sp>
        <p:nvSpPr>
          <p:cNvPr id="6" name="">
            <a:extLst xmlns:a="http://schemas.openxmlformats.org/drawingml/2006/main">
              <a:ext uri="{FF2B5EF4-FFF2-40B4-BE49-F238E27FC236}">
                <a16:creationId xmlns:a16="http://schemas.microsoft.com/office/drawing/2014/main" id="{C3CEDA32-67CF-4500-8903-D429140F999C}"/>
              </a:ext>
            </a:extLst>
          </p:cNvPr>
          <p:cNvSpPr>
            <a:spLocks xmlns:a="http://schemas.openxmlformats.org/drawingml/2006/main" noGrp="1"/>
          </p:cNvSpPr>
          <p:nvPr/>
        </p:nvSpPr>
        <p:spPr>
          <a:xfrm xmlns:a="http://schemas.openxmlformats.org/drawingml/2006/main">
            <a:off x="1190625" y="12001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A1A2E"/>
                </a:solidFill>
                <a:latin typeface="Century Gothic"/>
                <a:ea typeface="Century Gothic"/>
                <a:cs typeface="Century Gothic"/>
              </a:defRPr>
            </a:defPPr>
            <a:lvl1pPr>
              <a:defRPr sz="2025" b="1">
                <a:solidFill>
                  <a:srgbClr val="1A1A2E"/>
                </a:solidFill>
                <a:latin typeface="Century Gothic"/>
                <a:ea typeface="Century Gothic"/>
                <a:cs typeface="Century Gothic"/>
              </a:defRPr>
            </a:lvl1pPr>
            <a:lvl2pPr>
              <a:defRPr sz="2025" b="1">
                <a:solidFill>
                  <a:srgbClr val="1A1A2E"/>
                </a:solidFill>
                <a:latin typeface="Century Gothic"/>
                <a:ea typeface="Century Gothic"/>
                <a:cs typeface="Century Gothic"/>
              </a:defRPr>
            </a:lvl2pPr>
            <a:lvl3pPr>
              <a:defRPr sz="2025" b="1">
                <a:solidFill>
                  <a:srgbClr val="1A1A2E"/>
                </a:solidFill>
                <a:latin typeface="Century Gothic"/>
                <a:ea typeface="Century Gothic"/>
                <a:cs typeface="Century Gothic"/>
              </a:defRPr>
            </a:lvl3pPr>
            <a:lvl4pPr>
              <a:defRPr sz="2025" b="1">
                <a:solidFill>
                  <a:srgbClr val="1A1A2E"/>
                </a:solidFill>
                <a:latin typeface="Century Gothic"/>
                <a:ea typeface="Century Gothic"/>
                <a:cs typeface="Century Gothic"/>
              </a:defRPr>
            </a:lvl4pPr>
            <a:lvl5pPr>
              <a:defRPr sz="2025" b="1">
                <a:solidFill>
                  <a:srgbClr val="1A1A2E"/>
                </a:solidFill>
                <a:latin typeface="Century Gothic"/>
                <a:ea typeface="Century Gothic"/>
                <a:cs typeface="Century Gothic"/>
              </a:defRPr>
            </a:lvl5pPr>
            <a:lvl6pPr>
              <a:defRPr sz="2025" b="1">
                <a:solidFill>
                  <a:srgbClr val="1A1A2E"/>
                </a:solidFill>
                <a:latin typeface="Century Gothic"/>
                <a:ea typeface="Century Gothic"/>
                <a:cs typeface="Century Gothic"/>
              </a:defRPr>
            </a:lvl6pPr>
            <a:lvl7pPr>
              <a:defRPr sz="2025" b="1">
                <a:solidFill>
                  <a:srgbClr val="1A1A2E"/>
                </a:solidFill>
                <a:latin typeface="Century Gothic"/>
                <a:ea typeface="Century Gothic"/>
                <a:cs typeface="Century Gothic"/>
              </a:defRPr>
            </a:lvl7pPr>
            <a:lvl8pPr>
              <a:defRPr sz="2025" b="1">
                <a:solidFill>
                  <a:srgbClr val="1A1A2E"/>
                </a:solidFill>
                <a:latin typeface="Century Gothic"/>
                <a:ea typeface="Century Gothic"/>
                <a:cs typeface="Century Gothic"/>
              </a:defRPr>
            </a:lvl8pPr>
            <a:lvl9pPr>
              <a:defRPr sz="2025" b="1">
                <a:solidFill>
                  <a:srgbClr val="1A1A2E"/>
                </a:solidFill>
                <a:latin typeface="Century Gothic"/>
                <a:ea typeface="Century Gothic"/>
                <a:cs typeface="Century Gothic"/>
              </a:defRPr>
            </a:lvl9pPr>
          </a:lstStyle>
          <a:p xmlns:a="http://schemas.openxmlformats.org/drawingml/2006/main">
            <a:pPr>
              <a:defRPr sz="2025" b="1">
                <a:solidFill>
                  <a:srgbClr val="1A1A2E"/>
                </a:solidFill>
                <a:latin typeface="Century Gothic"/>
                <a:ea typeface="Century Gothic"/>
                <a:cs typeface="Century Gothic"/>
              </a:defRPr>
            </a:pPr>
            <a:r>
              <a:rPr sz="2025" b="1">
                <a:solidFill>
                  <a:srgbClr val="1A1A2E"/>
                </a:solidFill>
                <a:latin typeface="Century Gothic"/>
                <a:ea typeface="Century Gothic"/>
                <a:cs typeface="Century Gothic"/>
              </a:rPr>
              <a:t>Real model checks</a:t>
            </a:r>
          </a:p>
        </p:txBody>
      </p:sp>
      <p:sp>
        <p:nvSpPr>
          <p:cNvPr id="7" name="">
            <a:extLst xmlns:a="http://schemas.openxmlformats.org/drawingml/2006/main">
              <a:ext uri="{FF2B5EF4-FFF2-40B4-BE49-F238E27FC236}">
                <a16:creationId xmlns:a16="http://schemas.microsoft.com/office/drawing/2014/main" id="{27B5A1FB-271E-431D-B878-7C828542DECE}"/>
              </a:ext>
            </a:extLst>
          </p:cNvPr>
          <p:cNvSpPr>
            <a:spLocks xmlns:a="http://schemas.openxmlformats.org/drawingml/2006/main" noGrp="1"/>
          </p:cNvSpPr>
          <p:nvPr/>
        </p:nvSpPr>
        <p:spPr>
          <a:xfrm xmlns:a="http://schemas.openxmlformats.org/drawingml/2006/main">
            <a:off x="1190625" y="1581150"/>
            <a:ext cx="600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If the model cannot run, Maso returns an error</a:t>
            </a:r>
          </a:p>
        </p:txBody>
      </p:sp>
      <p:sp>
        <p:nvSpPr>
          <p:cNvPr id="8" name="">
            <a:extLst xmlns:a="http://schemas.openxmlformats.org/drawingml/2006/main">
              <a:ext uri="{FF2B5EF4-FFF2-40B4-BE49-F238E27FC236}">
                <a16:creationId xmlns:a16="http://schemas.microsoft.com/office/drawing/2014/main" id="{A5CA67A0-24C1-41BC-8C2B-93F1191C397B}"/>
              </a:ext>
            </a:extLst>
          </p:cNvPr>
          <p:cNvSpPr>
            <a:spLocks xmlns:a="http://schemas.openxmlformats.org/drawingml/2006/main" noGrp="1"/>
          </p:cNvSpPr>
          <p:nvPr/>
        </p:nvSpPr>
        <p:spPr>
          <a:xfrm xmlns:a="http://schemas.openxmlformats.org/drawingml/2006/main">
            <a:off x="590550" y="22669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C3AED"/>
                </a:solidFill>
                <a:latin typeface="Century Gothic"/>
                <a:ea typeface="Century Gothic"/>
                <a:cs typeface="Century Gothic"/>
              </a:defRPr>
            </a:defPPr>
            <a:lvl1pPr>
              <a:defRPr sz="2400" b="1">
                <a:solidFill>
                  <a:srgbClr val="7C3AED"/>
                </a:solidFill>
                <a:latin typeface="Century Gothic"/>
                <a:ea typeface="Century Gothic"/>
                <a:cs typeface="Century Gothic"/>
              </a:defRPr>
            </a:lvl1pPr>
            <a:lvl2pPr>
              <a:defRPr sz="2400" b="1">
                <a:solidFill>
                  <a:srgbClr val="7C3AED"/>
                </a:solidFill>
                <a:latin typeface="Century Gothic"/>
                <a:ea typeface="Century Gothic"/>
                <a:cs typeface="Century Gothic"/>
              </a:defRPr>
            </a:lvl2pPr>
            <a:lvl3pPr>
              <a:defRPr sz="2400" b="1">
                <a:solidFill>
                  <a:srgbClr val="7C3AED"/>
                </a:solidFill>
                <a:latin typeface="Century Gothic"/>
                <a:ea typeface="Century Gothic"/>
                <a:cs typeface="Century Gothic"/>
              </a:defRPr>
            </a:lvl3pPr>
            <a:lvl4pPr>
              <a:defRPr sz="2400" b="1">
                <a:solidFill>
                  <a:srgbClr val="7C3AED"/>
                </a:solidFill>
                <a:latin typeface="Century Gothic"/>
                <a:ea typeface="Century Gothic"/>
                <a:cs typeface="Century Gothic"/>
              </a:defRPr>
            </a:lvl4pPr>
            <a:lvl5pPr>
              <a:defRPr sz="2400" b="1">
                <a:solidFill>
                  <a:srgbClr val="7C3AED"/>
                </a:solidFill>
                <a:latin typeface="Century Gothic"/>
                <a:ea typeface="Century Gothic"/>
                <a:cs typeface="Century Gothic"/>
              </a:defRPr>
            </a:lvl5pPr>
            <a:lvl6pPr>
              <a:defRPr sz="2400" b="1">
                <a:solidFill>
                  <a:srgbClr val="7C3AED"/>
                </a:solidFill>
                <a:latin typeface="Century Gothic"/>
                <a:ea typeface="Century Gothic"/>
                <a:cs typeface="Century Gothic"/>
              </a:defRPr>
            </a:lvl6pPr>
            <a:lvl7pPr>
              <a:defRPr sz="2400" b="1">
                <a:solidFill>
                  <a:srgbClr val="7C3AED"/>
                </a:solidFill>
                <a:latin typeface="Century Gothic"/>
                <a:ea typeface="Century Gothic"/>
                <a:cs typeface="Century Gothic"/>
              </a:defRPr>
            </a:lvl7pPr>
            <a:lvl8pPr>
              <a:defRPr sz="2400" b="1">
                <a:solidFill>
                  <a:srgbClr val="7C3AED"/>
                </a:solidFill>
                <a:latin typeface="Century Gothic"/>
                <a:ea typeface="Century Gothic"/>
                <a:cs typeface="Century Gothic"/>
              </a:defRPr>
            </a:lvl8pPr>
            <a:lvl9pPr>
              <a:defRPr sz="2400" b="1">
                <a:solidFill>
                  <a:srgbClr val="7C3AED"/>
                </a:solidFill>
                <a:latin typeface="Century Gothic"/>
                <a:ea typeface="Century Gothic"/>
                <a:cs typeface="Century Gothic"/>
              </a:defRPr>
            </a:lvl9pPr>
          </a:lstStyle>
          <a:p xmlns:a="http://schemas.openxmlformats.org/drawingml/2006/main">
            <a:pPr>
              <a:defRPr sz="2400" b="1">
                <a:solidFill>
                  <a:srgbClr val="7C3AED"/>
                </a:solidFill>
                <a:latin typeface="Century Gothic"/>
                <a:ea typeface="Century Gothic"/>
                <a:cs typeface="Century Gothic"/>
              </a:defRPr>
            </a:pPr>
            <a:r>
              <a:rPr sz="2400" b="1">
                <a:solidFill>
                  <a:srgbClr val="7C3AED"/>
                </a:solidFill>
                <a:latin typeface="Century Gothic"/>
                <a:ea typeface="Century Gothic"/>
                <a:cs typeface="Century Gothic"/>
              </a:rPr>
              <a:t>02</a:t>
            </a:r>
          </a:p>
        </p:txBody>
      </p:sp>
      <p:sp>
        <p:nvSpPr>
          <p:cNvPr id="9" name="">
            <a:extLst xmlns:a="http://schemas.openxmlformats.org/drawingml/2006/main">
              <a:ext uri="{FF2B5EF4-FFF2-40B4-BE49-F238E27FC236}">
                <a16:creationId xmlns:a16="http://schemas.microsoft.com/office/drawing/2014/main" id="{A438FC28-ED16-47D8-A663-43ABD6582B3E}"/>
              </a:ext>
            </a:extLst>
          </p:cNvPr>
          <p:cNvSpPr>
            <a:spLocks xmlns:a="http://schemas.openxmlformats.org/drawingml/2006/main" noGrp="1"/>
          </p:cNvSpPr>
          <p:nvPr/>
        </p:nvSpPr>
        <p:spPr>
          <a:xfrm xmlns:a="http://schemas.openxmlformats.org/drawingml/2006/main">
            <a:off x="1190625" y="22669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A1A2E"/>
                </a:solidFill>
                <a:latin typeface="Century Gothic"/>
                <a:ea typeface="Century Gothic"/>
                <a:cs typeface="Century Gothic"/>
              </a:defRPr>
            </a:defPPr>
            <a:lvl1pPr>
              <a:defRPr sz="2025" b="1">
                <a:solidFill>
                  <a:srgbClr val="1A1A2E"/>
                </a:solidFill>
                <a:latin typeface="Century Gothic"/>
                <a:ea typeface="Century Gothic"/>
                <a:cs typeface="Century Gothic"/>
              </a:defRPr>
            </a:lvl1pPr>
            <a:lvl2pPr>
              <a:defRPr sz="2025" b="1">
                <a:solidFill>
                  <a:srgbClr val="1A1A2E"/>
                </a:solidFill>
                <a:latin typeface="Century Gothic"/>
                <a:ea typeface="Century Gothic"/>
                <a:cs typeface="Century Gothic"/>
              </a:defRPr>
            </a:lvl2pPr>
            <a:lvl3pPr>
              <a:defRPr sz="2025" b="1">
                <a:solidFill>
                  <a:srgbClr val="1A1A2E"/>
                </a:solidFill>
                <a:latin typeface="Century Gothic"/>
                <a:ea typeface="Century Gothic"/>
                <a:cs typeface="Century Gothic"/>
              </a:defRPr>
            </a:lvl3pPr>
            <a:lvl4pPr>
              <a:defRPr sz="2025" b="1">
                <a:solidFill>
                  <a:srgbClr val="1A1A2E"/>
                </a:solidFill>
                <a:latin typeface="Century Gothic"/>
                <a:ea typeface="Century Gothic"/>
                <a:cs typeface="Century Gothic"/>
              </a:defRPr>
            </a:lvl4pPr>
            <a:lvl5pPr>
              <a:defRPr sz="2025" b="1">
                <a:solidFill>
                  <a:srgbClr val="1A1A2E"/>
                </a:solidFill>
                <a:latin typeface="Century Gothic"/>
                <a:ea typeface="Century Gothic"/>
                <a:cs typeface="Century Gothic"/>
              </a:defRPr>
            </a:lvl5pPr>
            <a:lvl6pPr>
              <a:defRPr sz="2025" b="1">
                <a:solidFill>
                  <a:srgbClr val="1A1A2E"/>
                </a:solidFill>
                <a:latin typeface="Century Gothic"/>
                <a:ea typeface="Century Gothic"/>
                <a:cs typeface="Century Gothic"/>
              </a:defRPr>
            </a:lvl6pPr>
            <a:lvl7pPr>
              <a:defRPr sz="2025" b="1">
                <a:solidFill>
                  <a:srgbClr val="1A1A2E"/>
                </a:solidFill>
                <a:latin typeface="Century Gothic"/>
                <a:ea typeface="Century Gothic"/>
                <a:cs typeface="Century Gothic"/>
              </a:defRPr>
            </a:lvl7pPr>
            <a:lvl8pPr>
              <a:defRPr sz="2025" b="1">
                <a:solidFill>
                  <a:srgbClr val="1A1A2E"/>
                </a:solidFill>
                <a:latin typeface="Century Gothic"/>
                <a:ea typeface="Century Gothic"/>
                <a:cs typeface="Century Gothic"/>
              </a:defRPr>
            </a:lvl8pPr>
            <a:lvl9pPr>
              <a:defRPr sz="2025" b="1">
                <a:solidFill>
                  <a:srgbClr val="1A1A2E"/>
                </a:solidFill>
                <a:latin typeface="Century Gothic"/>
                <a:ea typeface="Century Gothic"/>
                <a:cs typeface="Century Gothic"/>
              </a:defRPr>
            </a:lvl9pPr>
          </a:lstStyle>
          <a:p xmlns:a="http://schemas.openxmlformats.org/drawingml/2006/main">
            <a:pPr>
              <a:defRPr sz="2025" b="1">
                <a:solidFill>
                  <a:srgbClr val="1A1A2E"/>
                </a:solidFill>
                <a:latin typeface="Century Gothic"/>
                <a:ea typeface="Century Gothic"/>
                <a:cs typeface="Century Gothic"/>
              </a:defRPr>
            </a:pPr>
            <a:r>
              <a:rPr sz="2025" b="1">
                <a:solidFill>
                  <a:srgbClr val="1A1A2E"/>
                </a:solidFill>
                <a:latin typeface="Century Gothic"/>
                <a:ea typeface="Century Gothic"/>
                <a:cs typeface="Century Gothic"/>
              </a:rPr>
              <a:t>Visible evidence</a:t>
            </a:r>
          </a:p>
        </p:txBody>
      </p:sp>
      <p:sp>
        <p:nvSpPr>
          <p:cNvPr id="10" name="">
            <a:extLst xmlns:a="http://schemas.openxmlformats.org/drawingml/2006/main">
              <a:ext uri="{FF2B5EF4-FFF2-40B4-BE49-F238E27FC236}">
                <a16:creationId xmlns:a16="http://schemas.microsoft.com/office/drawing/2014/main" id="{E7D62DE9-2272-4E23-83C1-8365AD156A96}"/>
              </a:ext>
            </a:extLst>
          </p:cNvPr>
          <p:cNvSpPr>
            <a:spLocks xmlns:a="http://schemas.openxmlformats.org/drawingml/2006/main" noGrp="1"/>
          </p:cNvSpPr>
          <p:nvPr/>
        </p:nvSpPr>
        <p:spPr>
          <a:xfrm xmlns:a="http://schemas.openxmlformats.org/drawingml/2006/main">
            <a:off x="1190625" y="2647950"/>
            <a:ext cx="600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The result separates AI predictions from OpenPhish reports</a:t>
            </a:r>
          </a:p>
        </p:txBody>
      </p:sp>
      <p:sp>
        <p:nvSpPr>
          <p:cNvPr id="11" name="">
            <a:extLst xmlns:a="http://schemas.openxmlformats.org/drawingml/2006/main">
              <a:ext uri="{FF2B5EF4-FFF2-40B4-BE49-F238E27FC236}">
                <a16:creationId xmlns:a16="http://schemas.microsoft.com/office/drawing/2014/main" id="{CFFC8E44-A8E8-4D08-B158-9D30C9169D17}"/>
              </a:ext>
            </a:extLst>
          </p:cNvPr>
          <p:cNvSpPr>
            <a:spLocks xmlns:a="http://schemas.openxmlformats.org/drawingml/2006/main" noGrp="1"/>
          </p:cNvSpPr>
          <p:nvPr/>
        </p:nvSpPr>
        <p:spPr>
          <a:xfrm xmlns:a="http://schemas.openxmlformats.org/drawingml/2006/main">
            <a:off x="590550" y="33337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C3AED"/>
                </a:solidFill>
                <a:latin typeface="Century Gothic"/>
                <a:ea typeface="Century Gothic"/>
                <a:cs typeface="Century Gothic"/>
              </a:defRPr>
            </a:defPPr>
            <a:lvl1pPr>
              <a:defRPr sz="2400" b="1">
                <a:solidFill>
                  <a:srgbClr val="7C3AED"/>
                </a:solidFill>
                <a:latin typeface="Century Gothic"/>
                <a:ea typeface="Century Gothic"/>
                <a:cs typeface="Century Gothic"/>
              </a:defRPr>
            </a:lvl1pPr>
            <a:lvl2pPr>
              <a:defRPr sz="2400" b="1">
                <a:solidFill>
                  <a:srgbClr val="7C3AED"/>
                </a:solidFill>
                <a:latin typeface="Century Gothic"/>
                <a:ea typeface="Century Gothic"/>
                <a:cs typeface="Century Gothic"/>
              </a:defRPr>
            </a:lvl2pPr>
            <a:lvl3pPr>
              <a:defRPr sz="2400" b="1">
                <a:solidFill>
                  <a:srgbClr val="7C3AED"/>
                </a:solidFill>
                <a:latin typeface="Century Gothic"/>
                <a:ea typeface="Century Gothic"/>
                <a:cs typeface="Century Gothic"/>
              </a:defRPr>
            </a:lvl3pPr>
            <a:lvl4pPr>
              <a:defRPr sz="2400" b="1">
                <a:solidFill>
                  <a:srgbClr val="7C3AED"/>
                </a:solidFill>
                <a:latin typeface="Century Gothic"/>
                <a:ea typeface="Century Gothic"/>
                <a:cs typeface="Century Gothic"/>
              </a:defRPr>
            </a:lvl4pPr>
            <a:lvl5pPr>
              <a:defRPr sz="2400" b="1">
                <a:solidFill>
                  <a:srgbClr val="7C3AED"/>
                </a:solidFill>
                <a:latin typeface="Century Gothic"/>
                <a:ea typeface="Century Gothic"/>
                <a:cs typeface="Century Gothic"/>
              </a:defRPr>
            </a:lvl5pPr>
            <a:lvl6pPr>
              <a:defRPr sz="2400" b="1">
                <a:solidFill>
                  <a:srgbClr val="7C3AED"/>
                </a:solidFill>
                <a:latin typeface="Century Gothic"/>
                <a:ea typeface="Century Gothic"/>
                <a:cs typeface="Century Gothic"/>
              </a:defRPr>
            </a:lvl6pPr>
            <a:lvl7pPr>
              <a:defRPr sz="2400" b="1">
                <a:solidFill>
                  <a:srgbClr val="7C3AED"/>
                </a:solidFill>
                <a:latin typeface="Century Gothic"/>
                <a:ea typeface="Century Gothic"/>
                <a:cs typeface="Century Gothic"/>
              </a:defRPr>
            </a:lvl7pPr>
            <a:lvl8pPr>
              <a:defRPr sz="2400" b="1">
                <a:solidFill>
                  <a:srgbClr val="7C3AED"/>
                </a:solidFill>
                <a:latin typeface="Century Gothic"/>
                <a:ea typeface="Century Gothic"/>
                <a:cs typeface="Century Gothic"/>
              </a:defRPr>
            </a:lvl8pPr>
            <a:lvl9pPr>
              <a:defRPr sz="2400" b="1">
                <a:solidFill>
                  <a:srgbClr val="7C3AED"/>
                </a:solidFill>
                <a:latin typeface="Century Gothic"/>
                <a:ea typeface="Century Gothic"/>
                <a:cs typeface="Century Gothic"/>
              </a:defRPr>
            </a:lvl9pPr>
          </a:lstStyle>
          <a:p xmlns:a="http://schemas.openxmlformats.org/drawingml/2006/main">
            <a:pPr>
              <a:defRPr sz="2400" b="1">
                <a:solidFill>
                  <a:srgbClr val="7C3AED"/>
                </a:solidFill>
                <a:latin typeface="Century Gothic"/>
                <a:ea typeface="Century Gothic"/>
                <a:cs typeface="Century Gothic"/>
              </a:defRPr>
            </a:pPr>
            <a:r>
              <a:rPr sz="2400" b="1">
                <a:solidFill>
                  <a:srgbClr val="7C3AED"/>
                </a:solidFill>
                <a:latin typeface="Century Gothic"/>
                <a:ea typeface="Century Gothic"/>
                <a:cs typeface="Century Gothic"/>
              </a:rPr>
              <a:t>03</a:t>
            </a:r>
          </a:p>
        </p:txBody>
      </p:sp>
      <p:sp>
        <p:nvSpPr>
          <p:cNvPr id="12" name="">
            <a:extLst xmlns:a="http://schemas.openxmlformats.org/drawingml/2006/main">
              <a:ext uri="{FF2B5EF4-FFF2-40B4-BE49-F238E27FC236}">
                <a16:creationId xmlns:a16="http://schemas.microsoft.com/office/drawing/2014/main" id="{F046ED72-7B79-43ED-AC0F-DF27801A5AD6}"/>
              </a:ext>
            </a:extLst>
          </p:cNvPr>
          <p:cNvSpPr>
            <a:spLocks xmlns:a="http://schemas.openxmlformats.org/drawingml/2006/main" noGrp="1"/>
          </p:cNvSpPr>
          <p:nvPr/>
        </p:nvSpPr>
        <p:spPr>
          <a:xfrm xmlns:a="http://schemas.openxmlformats.org/drawingml/2006/main">
            <a:off x="1190625" y="33337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A1A2E"/>
                </a:solidFill>
                <a:latin typeface="Century Gothic"/>
                <a:ea typeface="Century Gothic"/>
                <a:cs typeface="Century Gothic"/>
              </a:defRPr>
            </a:defPPr>
            <a:lvl1pPr>
              <a:defRPr sz="2025" b="1">
                <a:solidFill>
                  <a:srgbClr val="1A1A2E"/>
                </a:solidFill>
                <a:latin typeface="Century Gothic"/>
                <a:ea typeface="Century Gothic"/>
                <a:cs typeface="Century Gothic"/>
              </a:defRPr>
            </a:lvl1pPr>
            <a:lvl2pPr>
              <a:defRPr sz="2025" b="1">
                <a:solidFill>
                  <a:srgbClr val="1A1A2E"/>
                </a:solidFill>
                <a:latin typeface="Century Gothic"/>
                <a:ea typeface="Century Gothic"/>
                <a:cs typeface="Century Gothic"/>
              </a:defRPr>
            </a:lvl2pPr>
            <a:lvl3pPr>
              <a:defRPr sz="2025" b="1">
                <a:solidFill>
                  <a:srgbClr val="1A1A2E"/>
                </a:solidFill>
                <a:latin typeface="Century Gothic"/>
                <a:ea typeface="Century Gothic"/>
                <a:cs typeface="Century Gothic"/>
              </a:defRPr>
            </a:lvl3pPr>
            <a:lvl4pPr>
              <a:defRPr sz="2025" b="1">
                <a:solidFill>
                  <a:srgbClr val="1A1A2E"/>
                </a:solidFill>
                <a:latin typeface="Century Gothic"/>
                <a:ea typeface="Century Gothic"/>
                <a:cs typeface="Century Gothic"/>
              </a:defRPr>
            </a:lvl4pPr>
            <a:lvl5pPr>
              <a:defRPr sz="2025" b="1">
                <a:solidFill>
                  <a:srgbClr val="1A1A2E"/>
                </a:solidFill>
                <a:latin typeface="Century Gothic"/>
                <a:ea typeface="Century Gothic"/>
                <a:cs typeface="Century Gothic"/>
              </a:defRPr>
            </a:lvl5pPr>
            <a:lvl6pPr>
              <a:defRPr sz="2025" b="1">
                <a:solidFill>
                  <a:srgbClr val="1A1A2E"/>
                </a:solidFill>
                <a:latin typeface="Century Gothic"/>
                <a:ea typeface="Century Gothic"/>
                <a:cs typeface="Century Gothic"/>
              </a:defRPr>
            </a:lvl6pPr>
            <a:lvl7pPr>
              <a:defRPr sz="2025" b="1">
                <a:solidFill>
                  <a:srgbClr val="1A1A2E"/>
                </a:solidFill>
                <a:latin typeface="Century Gothic"/>
                <a:ea typeface="Century Gothic"/>
                <a:cs typeface="Century Gothic"/>
              </a:defRPr>
            </a:lvl7pPr>
            <a:lvl8pPr>
              <a:defRPr sz="2025" b="1">
                <a:solidFill>
                  <a:srgbClr val="1A1A2E"/>
                </a:solidFill>
                <a:latin typeface="Century Gothic"/>
                <a:ea typeface="Century Gothic"/>
                <a:cs typeface="Century Gothic"/>
              </a:defRPr>
            </a:lvl8pPr>
            <a:lvl9pPr>
              <a:defRPr sz="2025" b="1">
                <a:solidFill>
                  <a:srgbClr val="1A1A2E"/>
                </a:solidFill>
                <a:latin typeface="Century Gothic"/>
                <a:ea typeface="Century Gothic"/>
                <a:cs typeface="Century Gothic"/>
              </a:defRPr>
            </a:lvl9pPr>
          </a:lstStyle>
          <a:p xmlns:a="http://schemas.openxmlformats.org/drawingml/2006/main">
            <a:pPr>
              <a:defRPr sz="2025" b="1">
                <a:solidFill>
                  <a:srgbClr val="1A1A2E"/>
                </a:solidFill>
                <a:latin typeface="Century Gothic"/>
                <a:ea typeface="Century Gothic"/>
                <a:cs typeface="Century Gothic"/>
              </a:defRPr>
            </a:pPr>
            <a:r>
              <a:rPr sz="2025" b="1">
                <a:solidFill>
                  <a:srgbClr val="1A1A2E"/>
                </a:solidFill>
                <a:latin typeface="Century Gothic"/>
                <a:ea typeface="Century Gothic"/>
                <a:cs typeface="Century Gothic"/>
              </a:rPr>
              <a:t>Careful handling of content</a:t>
            </a:r>
          </a:p>
        </p:txBody>
      </p:sp>
      <p:sp>
        <p:nvSpPr>
          <p:cNvPr id="13" name="">
            <a:extLst xmlns:a="http://schemas.openxmlformats.org/drawingml/2006/main">
              <a:ext uri="{FF2B5EF4-FFF2-40B4-BE49-F238E27FC236}">
                <a16:creationId xmlns:a16="http://schemas.microsoft.com/office/drawing/2014/main" id="{0649E636-BE51-454F-A4E4-E0D6BBAA3380}"/>
              </a:ext>
            </a:extLst>
          </p:cNvPr>
          <p:cNvSpPr>
            <a:spLocks xmlns:a="http://schemas.openxmlformats.org/drawingml/2006/main" noGrp="1"/>
          </p:cNvSpPr>
          <p:nvPr/>
        </p:nvSpPr>
        <p:spPr>
          <a:xfrm xmlns:a="http://schemas.openxmlformats.org/drawingml/2006/main">
            <a:off x="1190625" y="3714750"/>
            <a:ext cx="600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Server logs omit message text, submitted links and API keys</a:t>
            </a:r>
          </a:p>
        </p:txBody>
      </p:sp>
      <p:pic>
        <p:nvPicPr>
          <p:cNvPr id="14" name="">
            <a:extLst xmlns:a="http://schemas.openxmlformats.org/drawingml/2006/main">
              <a:ext uri="{FF2B5EF4-FFF2-40B4-BE49-F238E27FC236}">
                <a16:creationId xmlns:a16="http://schemas.microsoft.com/office/drawing/2014/main" id="{8FA5F3E7-E78E-4849-905F-B33C6868495B}"/>
              </a:ext>
            </a:extLst>
          </p:cNvPr>
          <p:cNvPicPr>
            <a:picLocks xmlns:a="http://schemas.openxmlformats.org/drawingml/2006/main" noChangeAspect="1"/>
          </p:cNvPicPr>
          <p:nvPr/>
        </p:nvPicPr>
        <p:blipFill>
          <a:blip xmlns:r="http://schemas.openxmlformats.org/officeDocument/2006/relationships" xmlns:a="http://schemas.openxmlformats.org/drawingml/2006/main" r:embed="Ra1ed52df5abf49a0">
            <a:extLst>
              <a:ext uri="{96DAC541-7B7A-43D3-8B79-37D633B846F1}">
                <asvg:svgBlip xmlns:asvg="http://schemas.microsoft.com/office/drawing/2016/SVG/main" r:embed="Rba9f659635f34c4d"/>
              </a:ext>
            </a:extLst>
          </a:blip>
          <a:stretch xmlns:a="http://schemas.openxmlformats.org/drawingml/2006/main"/>
        </p:blipFill>
        <p:spPr>
          <a:xfrm xmlns:a="http://schemas.openxmlformats.org/drawingml/2006/main">
            <a:off x="7524750" y="1714500"/>
            <a:ext cx="1047750" cy="1047750"/>
          </a:xfrm>
          <a:prstGeom xmlns:a="http://schemas.openxmlformats.org/drawingml/2006/main" prst="rect">
            <a:avLst/>
          </a:prstGeom>
        </p:spPr>
      </p:pic>
    </p:spTree>
    <p:extLst>
      <p:ext uri="{BB962C8B-B14F-4D97-AF65-F5344CB8AC3E}">
        <p14:creationId xmlns:p14="http://schemas.microsoft.com/office/powerpoint/2010/main" val="19858820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932FAD7-84AD-42B4-B0DC-2C2316F915DB}"/>
              </a:ext>
            </a:extLst>
          </p:cNvPr>
          <p:cNvPicPr>
            <a:picLocks xmlns:a="http://schemas.openxmlformats.org/drawingml/2006/main" noChangeAspect="1"/>
          </p:cNvPicPr>
          <p:nvPr/>
        </p:nvPicPr>
        <p:blipFill>
          <a:blip xmlns:r="http://schemas.openxmlformats.org/officeDocument/2006/relationships" xmlns:a="http://schemas.openxmlformats.org/drawingml/2006/main" r:embed="R2530986d2d834b83">
            <a:extLst>
              <a:ext uri="{96DAC541-7B7A-43D3-8B79-37D633B846F1}">
                <asvg:svgBlip xmlns:asvg="http://schemas.microsoft.com/office/drawing/2016/SVG/main" r:embed="R81670b91e2574484"/>
              </a:ext>
            </a:extLst>
          </a:blip>
          <a:stretch xmlns:a="http://schemas.openxmlformats.org/drawingml/2006/main"/>
        </p:blipFill>
        <p:spPr>
          <a:xfrm xmlns:a="http://schemas.openxmlformats.org/drawingml/2006/main">
            <a:off x="7677150" y="0"/>
            <a:ext cx="1466850" cy="146685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A0E61372-745E-41CD-A798-5FDED7838118}"/>
              </a:ext>
            </a:extLst>
          </p:cNvPr>
          <p:cNvPicPr>
            <a:picLocks xmlns:a="http://schemas.openxmlformats.org/drawingml/2006/main" noChangeAspect="1"/>
          </p:cNvPicPr>
          <p:nvPr/>
        </p:nvPicPr>
        <p:blipFill>
          <a:blip xmlns:r="http://schemas.openxmlformats.org/officeDocument/2006/relationships" xmlns:a="http://schemas.openxmlformats.org/drawingml/2006/main" r:embed="R6d1080d91a9d45d9">
            <a:extLst>
              <a:ext uri="{96DAC541-7B7A-43D3-8B79-37D633B846F1}">
                <asvg:svgBlip xmlns:asvg="http://schemas.microsoft.com/office/drawing/2016/SVG/main" r:embed="R3f06618d8cd2433c"/>
              </a:ext>
            </a:extLst>
          </a:blip>
          <a:stretch xmlns:a="http://schemas.openxmlformats.org/drawingml/2006/main"/>
        </p:blipFill>
        <p:spPr>
          <a:xfrm xmlns:a="http://schemas.openxmlformats.org/drawingml/2006/main">
            <a:off x="0" y="3924300"/>
            <a:ext cx="1162050" cy="11620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75203E9-7101-4353-A996-24A9FE693B22}"/>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7C3AED"/>
                </a:solidFill>
                <a:latin typeface="Century Gothic"/>
                <a:ea typeface="Century Gothic"/>
                <a:cs typeface="Century Gothic"/>
              </a:defRPr>
            </a:defPPr>
            <a:lvl1pPr>
              <a:defRPr sz="3000" b="1">
                <a:solidFill>
                  <a:srgbClr val="7C3AED"/>
                </a:solidFill>
                <a:latin typeface="Century Gothic"/>
                <a:ea typeface="Century Gothic"/>
                <a:cs typeface="Century Gothic"/>
              </a:defRPr>
            </a:lvl1pPr>
            <a:lvl2pPr>
              <a:defRPr sz="3000" b="1">
                <a:solidFill>
                  <a:srgbClr val="7C3AED"/>
                </a:solidFill>
                <a:latin typeface="Century Gothic"/>
                <a:ea typeface="Century Gothic"/>
                <a:cs typeface="Century Gothic"/>
              </a:defRPr>
            </a:lvl2pPr>
            <a:lvl3pPr>
              <a:defRPr sz="3000" b="1">
                <a:solidFill>
                  <a:srgbClr val="7C3AED"/>
                </a:solidFill>
                <a:latin typeface="Century Gothic"/>
                <a:ea typeface="Century Gothic"/>
                <a:cs typeface="Century Gothic"/>
              </a:defRPr>
            </a:lvl3pPr>
            <a:lvl4pPr>
              <a:defRPr sz="3000" b="1">
                <a:solidFill>
                  <a:srgbClr val="7C3AED"/>
                </a:solidFill>
                <a:latin typeface="Century Gothic"/>
                <a:ea typeface="Century Gothic"/>
                <a:cs typeface="Century Gothic"/>
              </a:defRPr>
            </a:lvl4pPr>
            <a:lvl5pPr>
              <a:defRPr sz="3000" b="1">
                <a:solidFill>
                  <a:srgbClr val="7C3AED"/>
                </a:solidFill>
                <a:latin typeface="Century Gothic"/>
                <a:ea typeface="Century Gothic"/>
                <a:cs typeface="Century Gothic"/>
              </a:defRPr>
            </a:lvl5pPr>
            <a:lvl6pPr>
              <a:defRPr sz="3000" b="1">
                <a:solidFill>
                  <a:srgbClr val="7C3AED"/>
                </a:solidFill>
                <a:latin typeface="Century Gothic"/>
                <a:ea typeface="Century Gothic"/>
                <a:cs typeface="Century Gothic"/>
              </a:defRPr>
            </a:lvl6pPr>
            <a:lvl7pPr>
              <a:defRPr sz="3000" b="1">
                <a:solidFill>
                  <a:srgbClr val="7C3AED"/>
                </a:solidFill>
                <a:latin typeface="Century Gothic"/>
                <a:ea typeface="Century Gothic"/>
                <a:cs typeface="Century Gothic"/>
              </a:defRPr>
            </a:lvl7pPr>
            <a:lvl8pPr>
              <a:defRPr sz="3000" b="1">
                <a:solidFill>
                  <a:srgbClr val="7C3AED"/>
                </a:solidFill>
                <a:latin typeface="Century Gothic"/>
                <a:ea typeface="Century Gothic"/>
                <a:cs typeface="Century Gothic"/>
              </a:defRPr>
            </a:lvl8pPr>
            <a:lvl9pPr>
              <a:defRPr sz="3000" b="1">
                <a:solidFill>
                  <a:srgbClr val="7C3AED"/>
                </a:solidFill>
                <a:latin typeface="Century Gothic"/>
                <a:ea typeface="Century Gothic"/>
                <a:cs typeface="Century Gothic"/>
              </a:defRPr>
            </a:lvl9pPr>
          </a:lstStyle>
          <a:p xmlns:a="http://schemas.openxmlformats.org/drawingml/2006/main">
            <a:pPr>
              <a:defRPr sz="3000" b="1">
                <a:solidFill>
                  <a:srgbClr val="7C3AED"/>
                </a:solidFill>
                <a:latin typeface="Century Gothic"/>
                <a:ea typeface="Century Gothic"/>
                <a:cs typeface="Century Gothic"/>
              </a:defRPr>
            </a:pPr>
            <a:r>
              <a:rPr sz="3000" b="1">
                <a:solidFill>
                  <a:srgbClr val="7C3AED"/>
                </a:solidFill>
                <a:latin typeface="Century Gothic"/>
                <a:ea typeface="Century Gothic"/>
                <a:cs typeface="Century Gothic"/>
              </a:rPr>
              <a:t>What we have demonstrated</a:t>
            </a:r>
          </a:p>
        </p:txBody>
      </p:sp>
      <p:sp>
        <p:nvSpPr>
          <p:cNvPr id="4" name="">
            <a:extLst xmlns:a="http://schemas.openxmlformats.org/drawingml/2006/main">
              <a:ext uri="{FF2B5EF4-FFF2-40B4-BE49-F238E27FC236}">
                <a16:creationId xmlns:a16="http://schemas.microsoft.com/office/drawing/2014/main" id="{DC43C084-8898-4AE4-A037-4CFA57921BF6}"/>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7C3AED"/>
                </a:solidFill>
                <a:latin typeface="Century Gothic"/>
                <a:ea typeface="Century Gothic"/>
                <a:cs typeface="Century Gothic"/>
              </a:defRPr>
            </a:defPPr>
            <a:lvl1pPr>
              <a:defRPr sz="1050" b="0">
                <a:solidFill>
                  <a:srgbClr val="7C3AED"/>
                </a:solidFill>
                <a:latin typeface="Century Gothic"/>
                <a:ea typeface="Century Gothic"/>
                <a:cs typeface="Century Gothic"/>
              </a:defRPr>
            </a:lvl1pPr>
            <a:lvl2pPr>
              <a:defRPr sz="1050" b="0">
                <a:solidFill>
                  <a:srgbClr val="7C3AED"/>
                </a:solidFill>
                <a:latin typeface="Century Gothic"/>
                <a:ea typeface="Century Gothic"/>
                <a:cs typeface="Century Gothic"/>
              </a:defRPr>
            </a:lvl2pPr>
            <a:lvl3pPr>
              <a:defRPr sz="1050" b="0">
                <a:solidFill>
                  <a:srgbClr val="7C3AED"/>
                </a:solidFill>
                <a:latin typeface="Century Gothic"/>
                <a:ea typeface="Century Gothic"/>
                <a:cs typeface="Century Gothic"/>
              </a:defRPr>
            </a:lvl3pPr>
            <a:lvl4pPr>
              <a:defRPr sz="1050" b="0">
                <a:solidFill>
                  <a:srgbClr val="7C3AED"/>
                </a:solidFill>
                <a:latin typeface="Century Gothic"/>
                <a:ea typeface="Century Gothic"/>
                <a:cs typeface="Century Gothic"/>
              </a:defRPr>
            </a:lvl4pPr>
            <a:lvl5pPr>
              <a:defRPr sz="1050" b="0">
                <a:solidFill>
                  <a:srgbClr val="7C3AED"/>
                </a:solidFill>
                <a:latin typeface="Century Gothic"/>
                <a:ea typeface="Century Gothic"/>
                <a:cs typeface="Century Gothic"/>
              </a:defRPr>
            </a:lvl5pPr>
            <a:lvl6pPr>
              <a:defRPr sz="1050" b="0">
                <a:solidFill>
                  <a:srgbClr val="7C3AED"/>
                </a:solidFill>
                <a:latin typeface="Century Gothic"/>
                <a:ea typeface="Century Gothic"/>
                <a:cs typeface="Century Gothic"/>
              </a:defRPr>
            </a:lvl6pPr>
            <a:lvl7pPr>
              <a:defRPr sz="1050" b="0">
                <a:solidFill>
                  <a:srgbClr val="7C3AED"/>
                </a:solidFill>
                <a:latin typeface="Century Gothic"/>
                <a:ea typeface="Century Gothic"/>
                <a:cs typeface="Century Gothic"/>
              </a:defRPr>
            </a:lvl7pPr>
            <a:lvl8pPr>
              <a:defRPr sz="1050" b="0">
                <a:solidFill>
                  <a:srgbClr val="7C3AED"/>
                </a:solidFill>
                <a:latin typeface="Century Gothic"/>
                <a:ea typeface="Century Gothic"/>
                <a:cs typeface="Century Gothic"/>
              </a:defRPr>
            </a:lvl8pPr>
            <a:lvl9pPr>
              <a:defRPr sz="1050" b="0">
                <a:solidFill>
                  <a:srgbClr val="7C3AED"/>
                </a:solidFill>
                <a:latin typeface="Century Gothic"/>
                <a:ea typeface="Century Gothic"/>
                <a:cs typeface="Century Gothic"/>
              </a:defRPr>
            </a:lvl9pPr>
          </a:lstStyle>
          <a:p xmlns:a="http://schemas.openxmlformats.org/drawingml/2006/main">
            <a:pPr>
              <a:defRPr sz="1050" b="0">
                <a:solidFill>
                  <a:srgbClr val="7C3AED"/>
                </a:solidFill>
                <a:latin typeface="Century Gothic"/>
                <a:ea typeface="Century Gothic"/>
                <a:cs typeface="Century Gothic"/>
              </a:defRPr>
            </a:pPr>
            <a:r>
              <a:rPr sz="1050" b="0">
                <a:solidFill>
                  <a:srgbClr val="7C3AED"/>
                </a:solidFill>
                <a:latin typeface="Century Gothic"/>
                <a:ea typeface="Century Gothic"/>
                <a:cs typeface="Century Gothic"/>
              </a:rPr>
              <a:t>11</a:t>
            </a:r>
          </a:p>
        </p:txBody>
      </p:sp>
      <p:sp>
        <p:nvSpPr>
          <p:cNvPr id="5" name="">
            <a:extLst xmlns:a="http://schemas.openxmlformats.org/drawingml/2006/main">
              <a:ext uri="{FF2B5EF4-FFF2-40B4-BE49-F238E27FC236}">
                <a16:creationId xmlns:a16="http://schemas.microsoft.com/office/drawing/2014/main" id="{B367DE3D-C3FB-422C-BBA2-250CC095075E}"/>
              </a:ext>
            </a:extLst>
          </p:cNvPr>
          <p:cNvSpPr>
            <a:spLocks xmlns:a="http://schemas.openxmlformats.org/drawingml/2006/main" noGrp="1"/>
          </p:cNvSpPr>
          <p:nvPr/>
        </p:nvSpPr>
        <p:spPr>
          <a:xfrm xmlns:a="http://schemas.openxmlformats.org/drawingml/2006/main">
            <a:off x="647700" y="1285875"/>
            <a:ext cx="762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850" b="1">
                <a:solidFill>
                  <a:srgbClr val="7C3AED"/>
                </a:solidFill>
                <a:latin typeface="Century Gothic"/>
                <a:ea typeface="Century Gothic"/>
                <a:cs typeface="Century Gothic"/>
              </a:defRPr>
            </a:defPPr>
            <a:lvl1pPr>
              <a:defRPr sz="5850" b="1">
                <a:solidFill>
                  <a:srgbClr val="7C3AED"/>
                </a:solidFill>
                <a:latin typeface="Century Gothic"/>
                <a:ea typeface="Century Gothic"/>
                <a:cs typeface="Century Gothic"/>
              </a:defRPr>
            </a:lvl1pPr>
            <a:lvl2pPr>
              <a:defRPr sz="5850" b="1">
                <a:solidFill>
                  <a:srgbClr val="7C3AED"/>
                </a:solidFill>
                <a:latin typeface="Century Gothic"/>
                <a:ea typeface="Century Gothic"/>
                <a:cs typeface="Century Gothic"/>
              </a:defRPr>
            </a:lvl2pPr>
            <a:lvl3pPr>
              <a:defRPr sz="5850" b="1">
                <a:solidFill>
                  <a:srgbClr val="7C3AED"/>
                </a:solidFill>
                <a:latin typeface="Century Gothic"/>
                <a:ea typeface="Century Gothic"/>
                <a:cs typeface="Century Gothic"/>
              </a:defRPr>
            </a:lvl3pPr>
            <a:lvl4pPr>
              <a:defRPr sz="5850" b="1">
                <a:solidFill>
                  <a:srgbClr val="7C3AED"/>
                </a:solidFill>
                <a:latin typeface="Century Gothic"/>
                <a:ea typeface="Century Gothic"/>
                <a:cs typeface="Century Gothic"/>
              </a:defRPr>
            </a:lvl4pPr>
            <a:lvl5pPr>
              <a:defRPr sz="5850" b="1">
                <a:solidFill>
                  <a:srgbClr val="7C3AED"/>
                </a:solidFill>
                <a:latin typeface="Century Gothic"/>
                <a:ea typeface="Century Gothic"/>
                <a:cs typeface="Century Gothic"/>
              </a:defRPr>
            </a:lvl5pPr>
            <a:lvl6pPr>
              <a:defRPr sz="5850" b="1">
                <a:solidFill>
                  <a:srgbClr val="7C3AED"/>
                </a:solidFill>
                <a:latin typeface="Century Gothic"/>
                <a:ea typeface="Century Gothic"/>
                <a:cs typeface="Century Gothic"/>
              </a:defRPr>
            </a:lvl6pPr>
            <a:lvl7pPr>
              <a:defRPr sz="5850" b="1">
                <a:solidFill>
                  <a:srgbClr val="7C3AED"/>
                </a:solidFill>
                <a:latin typeface="Century Gothic"/>
                <a:ea typeface="Century Gothic"/>
                <a:cs typeface="Century Gothic"/>
              </a:defRPr>
            </a:lvl7pPr>
            <a:lvl8pPr>
              <a:defRPr sz="5850" b="1">
                <a:solidFill>
                  <a:srgbClr val="7C3AED"/>
                </a:solidFill>
                <a:latin typeface="Century Gothic"/>
                <a:ea typeface="Century Gothic"/>
                <a:cs typeface="Century Gothic"/>
              </a:defRPr>
            </a:lvl8pPr>
            <a:lvl9pPr>
              <a:defRPr sz="5850" b="1">
                <a:solidFill>
                  <a:srgbClr val="7C3AED"/>
                </a:solidFill>
                <a:latin typeface="Century Gothic"/>
                <a:ea typeface="Century Gothic"/>
                <a:cs typeface="Century Gothic"/>
              </a:defRPr>
            </a:lvl9pPr>
          </a:lstStyle>
          <a:p xmlns:a="http://schemas.openxmlformats.org/drawingml/2006/main">
            <a:pPr>
              <a:defRPr sz="5850" b="1">
                <a:solidFill>
                  <a:srgbClr val="7C3AED"/>
                </a:solidFill>
                <a:latin typeface="Century Gothic"/>
                <a:ea typeface="Century Gothic"/>
                <a:cs typeface="Century Gothic"/>
              </a:defRPr>
            </a:pPr>
            <a:r>
              <a:rPr sz="5850" b="1">
                <a:solidFill>
                  <a:srgbClr val="7C3AED"/>
                </a:solidFill>
                <a:latin typeface="Century Gothic"/>
                <a:ea typeface="Century Gothic"/>
                <a:cs typeface="Century Gothic"/>
              </a:rPr>
              <a:t>300</a:t>
            </a:r>
          </a:p>
        </p:txBody>
      </p:sp>
      <p:sp>
        <p:nvSpPr>
          <p:cNvPr id="6" name="">
            <a:extLst xmlns:a="http://schemas.openxmlformats.org/drawingml/2006/main">
              <a:ext uri="{FF2B5EF4-FFF2-40B4-BE49-F238E27FC236}">
                <a16:creationId xmlns:a16="http://schemas.microsoft.com/office/drawing/2014/main" id="{294D5613-9E4C-4C7F-8C21-C3068EE791B0}"/>
              </a:ext>
            </a:extLst>
          </p:cNvPr>
          <p:cNvSpPr>
            <a:spLocks xmlns:a="http://schemas.openxmlformats.org/drawingml/2006/main" noGrp="1"/>
          </p:cNvSpPr>
          <p:nvPr/>
        </p:nvSpPr>
        <p:spPr>
          <a:xfrm xmlns:a="http://schemas.openxmlformats.org/drawingml/2006/main">
            <a:off x="666750" y="2314575"/>
            <a:ext cx="785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A1A2E"/>
                </a:solidFill>
                <a:latin typeface="Century Gothic"/>
                <a:ea typeface="Century Gothic"/>
                <a:cs typeface="Century Gothic"/>
              </a:defRPr>
            </a:defPPr>
            <a:lvl1pPr>
              <a:defRPr sz="2025" b="0">
                <a:solidFill>
                  <a:srgbClr val="1A1A2E"/>
                </a:solidFill>
                <a:latin typeface="Century Gothic"/>
                <a:ea typeface="Century Gothic"/>
                <a:cs typeface="Century Gothic"/>
              </a:defRPr>
            </a:lvl1pPr>
            <a:lvl2pPr>
              <a:defRPr sz="2025" b="0">
                <a:solidFill>
                  <a:srgbClr val="1A1A2E"/>
                </a:solidFill>
                <a:latin typeface="Century Gothic"/>
                <a:ea typeface="Century Gothic"/>
                <a:cs typeface="Century Gothic"/>
              </a:defRPr>
            </a:lvl2pPr>
            <a:lvl3pPr>
              <a:defRPr sz="2025" b="0">
                <a:solidFill>
                  <a:srgbClr val="1A1A2E"/>
                </a:solidFill>
                <a:latin typeface="Century Gothic"/>
                <a:ea typeface="Century Gothic"/>
                <a:cs typeface="Century Gothic"/>
              </a:defRPr>
            </a:lvl3pPr>
            <a:lvl4pPr>
              <a:defRPr sz="2025" b="0">
                <a:solidFill>
                  <a:srgbClr val="1A1A2E"/>
                </a:solidFill>
                <a:latin typeface="Century Gothic"/>
                <a:ea typeface="Century Gothic"/>
                <a:cs typeface="Century Gothic"/>
              </a:defRPr>
            </a:lvl4pPr>
            <a:lvl5pPr>
              <a:defRPr sz="2025" b="0">
                <a:solidFill>
                  <a:srgbClr val="1A1A2E"/>
                </a:solidFill>
                <a:latin typeface="Century Gothic"/>
                <a:ea typeface="Century Gothic"/>
                <a:cs typeface="Century Gothic"/>
              </a:defRPr>
            </a:lvl5pPr>
            <a:lvl6pPr>
              <a:defRPr sz="2025" b="0">
                <a:solidFill>
                  <a:srgbClr val="1A1A2E"/>
                </a:solidFill>
                <a:latin typeface="Century Gothic"/>
                <a:ea typeface="Century Gothic"/>
                <a:cs typeface="Century Gothic"/>
              </a:defRPr>
            </a:lvl6pPr>
            <a:lvl7pPr>
              <a:defRPr sz="2025" b="0">
                <a:solidFill>
                  <a:srgbClr val="1A1A2E"/>
                </a:solidFill>
                <a:latin typeface="Century Gothic"/>
                <a:ea typeface="Century Gothic"/>
                <a:cs typeface="Century Gothic"/>
              </a:defRPr>
            </a:lvl7pPr>
            <a:lvl8pPr>
              <a:defRPr sz="2025" b="0">
                <a:solidFill>
                  <a:srgbClr val="1A1A2E"/>
                </a:solidFill>
                <a:latin typeface="Century Gothic"/>
                <a:ea typeface="Century Gothic"/>
                <a:cs typeface="Century Gothic"/>
              </a:defRPr>
            </a:lvl8pPr>
            <a:lvl9pPr>
              <a:defRPr sz="2025" b="0">
                <a:solidFill>
                  <a:srgbClr val="1A1A2E"/>
                </a:solidFill>
                <a:latin typeface="Century Gothic"/>
                <a:ea typeface="Century Gothic"/>
                <a:cs typeface="Century Gothic"/>
              </a:defRPr>
            </a:lvl9pPr>
          </a:lstStyle>
          <a:p xmlns:a="http://schemas.openxmlformats.org/drawingml/2006/main">
            <a:pPr>
              <a:defRPr sz="2025" b="0">
                <a:solidFill>
                  <a:srgbClr val="1A1A2E"/>
                </a:solidFill>
                <a:latin typeface="Century Gothic"/>
                <a:ea typeface="Century Gothic"/>
                <a:cs typeface="Century Gothic"/>
              </a:defRPr>
            </a:pPr>
            <a:r>
              <a:rPr sz="2025" b="0">
                <a:solidFill>
                  <a:srgbClr val="1A1A2E"/>
                </a:solidFill>
                <a:latin typeface="Century Gothic"/>
                <a:ea typeface="Century Gothic"/>
                <a:cs typeface="Century Gothic"/>
              </a:rPr>
              <a:t>reported links in the feed retrieved for our live test</a:t>
            </a:r>
          </a:p>
        </p:txBody>
      </p:sp>
      <p:sp>
        <p:nvSpPr>
          <p:cNvPr id="7" name="">
            <a:extLst xmlns:a="http://schemas.openxmlformats.org/drawingml/2006/main">
              <a:ext uri="{FF2B5EF4-FFF2-40B4-BE49-F238E27FC236}">
                <a16:creationId xmlns:a16="http://schemas.microsoft.com/office/drawing/2014/main" id="{0557B540-1317-4461-892D-0F7940DA1743}"/>
              </a:ext>
            </a:extLst>
          </p:cNvPr>
          <p:cNvSpPr>
            <a:spLocks xmlns:a="http://schemas.openxmlformats.org/drawingml/2006/main" noGrp="1"/>
          </p:cNvSpPr>
          <p:nvPr/>
        </p:nvSpPr>
        <p:spPr>
          <a:xfrm xmlns:a="http://schemas.openxmlformats.org/drawingml/2006/main">
            <a:off x="666750" y="3086100"/>
            <a:ext cx="7762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1A1A2E"/>
                </a:solidFill>
                <a:latin typeface="Century Gothic"/>
                <a:ea typeface="Century Gothic"/>
                <a:cs typeface="Century Gothic"/>
              </a:defRPr>
            </a:defPPr>
            <a:lvl1pPr>
              <a:defRPr sz="1875" b="0">
                <a:solidFill>
                  <a:srgbClr val="1A1A2E"/>
                </a:solidFill>
                <a:latin typeface="Century Gothic"/>
                <a:ea typeface="Century Gothic"/>
                <a:cs typeface="Century Gothic"/>
              </a:defRPr>
            </a:lvl1pPr>
            <a:lvl2pPr>
              <a:defRPr sz="1875" b="0">
                <a:solidFill>
                  <a:srgbClr val="1A1A2E"/>
                </a:solidFill>
                <a:latin typeface="Century Gothic"/>
                <a:ea typeface="Century Gothic"/>
                <a:cs typeface="Century Gothic"/>
              </a:defRPr>
            </a:lvl2pPr>
            <a:lvl3pPr>
              <a:defRPr sz="1875" b="0">
                <a:solidFill>
                  <a:srgbClr val="1A1A2E"/>
                </a:solidFill>
                <a:latin typeface="Century Gothic"/>
                <a:ea typeface="Century Gothic"/>
                <a:cs typeface="Century Gothic"/>
              </a:defRPr>
            </a:lvl3pPr>
            <a:lvl4pPr>
              <a:defRPr sz="1875" b="0">
                <a:solidFill>
                  <a:srgbClr val="1A1A2E"/>
                </a:solidFill>
                <a:latin typeface="Century Gothic"/>
                <a:ea typeface="Century Gothic"/>
                <a:cs typeface="Century Gothic"/>
              </a:defRPr>
            </a:lvl4pPr>
            <a:lvl5pPr>
              <a:defRPr sz="1875" b="0">
                <a:solidFill>
                  <a:srgbClr val="1A1A2E"/>
                </a:solidFill>
                <a:latin typeface="Century Gothic"/>
                <a:ea typeface="Century Gothic"/>
                <a:cs typeface="Century Gothic"/>
              </a:defRPr>
            </a:lvl5pPr>
            <a:lvl6pPr>
              <a:defRPr sz="1875" b="0">
                <a:solidFill>
                  <a:srgbClr val="1A1A2E"/>
                </a:solidFill>
                <a:latin typeface="Century Gothic"/>
                <a:ea typeface="Century Gothic"/>
                <a:cs typeface="Century Gothic"/>
              </a:defRPr>
            </a:lvl6pPr>
            <a:lvl7pPr>
              <a:defRPr sz="1875" b="0">
                <a:solidFill>
                  <a:srgbClr val="1A1A2E"/>
                </a:solidFill>
                <a:latin typeface="Century Gothic"/>
                <a:ea typeface="Century Gothic"/>
                <a:cs typeface="Century Gothic"/>
              </a:defRPr>
            </a:lvl7pPr>
            <a:lvl8pPr>
              <a:defRPr sz="1875" b="0">
                <a:solidFill>
                  <a:srgbClr val="1A1A2E"/>
                </a:solidFill>
                <a:latin typeface="Century Gothic"/>
                <a:ea typeface="Century Gothic"/>
                <a:cs typeface="Century Gothic"/>
              </a:defRPr>
            </a:lvl8pPr>
            <a:lvl9pPr>
              <a:defRPr sz="1875" b="0">
                <a:solidFill>
                  <a:srgbClr val="1A1A2E"/>
                </a:solidFill>
                <a:latin typeface="Century Gothic"/>
                <a:ea typeface="Century Gothic"/>
                <a:cs typeface="Century Gothic"/>
              </a:defRPr>
            </a:lvl9pPr>
          </a:lstStyle>
          <a:p xmlns:a="http://schemas.openxmlformats.org/drawingml/2006/main">
            <a:pPr marL="203200" indent="-101600">
              <a:spcAft>
                <a:spcPts val="1200"/>
              </a:spcAft>
              <a:buChar char="•"/>
              <a:defRPr sz="1875" b="0">
                <a:solidFill>
                  <a:srgbClr val="1A1A2E"/>
                </a:solidFill>
                <a:latin typeface="Century Gothic"/>
                <a:ea typeface="Century Gothic"/>
                <a:cs typeface="Century Gothic"/>
              </a:defRPr>
            </a:pPr>
            <a:r>
              <a:rPr sz="1875">
                <a:solidFill>
                  <a:srgbClr val="1A1A2E"/>
                </a:solidFill>
                <a:latin typeface="Century Gothic"/>
                <a:ea typeface="Century Gothic"/>
                <a:cs typeface="Century Gothic"/>
              </a:rPr>
              <a:t>Reported test link detected</a:t>
            </a:r>
          </a:p>
          <a:p xmlns:a="http://schemas.openxmlformats.org/drawingml/2006/main">
            <a:pPr marL="203200" indent="-101600">
              <a:spcAft>
                <a:spcPts val="1200"/>
              </a:spcAft>
              <a:buChar char="•"/>
              <a:defRPr sz="1875" b="0">
                <a:solidFill>
                  <a:srgbClr val="1A1A2E"/>
                </a:solidFill>
                <a:latin typeface="Century Gothic"/>
                <a:ea typeface="Century Gothic"/>
                <a:cs typeface="Century Gothic"/>
              </a:defRPr>
            </a:pPr>
            <a:r>
              <a:rPr sz="1875">
                <a:solidFill>
                  <a:srgbClr val="1A1A2E"/>
                </a:solidFill>
                <a:latin typeface="Century Gothic"/>
                <a:ea typeface="Century Gothic"/>
                <a:cs typeface="Century Gothic"/>
              </a:rPr>
              <a:t>Normal link returned no OpenPhish match</a:t>
            </a:r>
          </a:p>
          <a:p xmlns:a="http://schemas.openxmlformats.org/drawingml/2006/main">
            <a:pPr marL="203200" indent="-101600">
              <a:spcAft>
                <a:spcPts val="1200"/>
              </a:spcAft>
              <a:buChar char="•"/>
              <a:defRPr sz="1875" b="0">
                <a:solidFill>
                  <a:srgbClr val="1A1A2E"/>
                </a:solidFill>
                <a:latin typeface="Century Gothic"/>
                <a:ea typeface="Century Gothic"/>
                <a:cs typeface="Century Gothic"/>
              </a:defRPr>
            </a:pPr>
            <a:r>
              <a:rPr sz="1875">
                <a:solidFill>
                  <a:srgbClr val="1A1A2E"/>
                </a:solidFill>
                <a:latin typeface="Century Gothic"/>
                <a:ea typeface="Century Gothic"/>
                <a:cs typeface="Century Gothic"/>
              </a:rPr>
              <a:t>AI and OpenPhish worked through the public demo</a:t>
            </a:r>
          </a:p>
        </p:txBody>
      </p:sp>
      <p:sp>
        <p:nvSpPr>
          <p:cNvPr id="8" name="">
            <a:extLst xmlns:a="http://schemas.openxmlformats.org/drawingml/2006/main">
              <a:ext uri="{FF2B5EF4-FFF2-40B4-BE49-F238E27FC236}">
                <a16:creationId xmlns:a16="http://schemas.microsoft.com/office/drawing/2014/main" id="{5C5CCB2F-820E-440A-AD31-493B02B51091}"/>
              </a:ext>
            </a:extLst>
          </p:cNvPr>
          <p:cNvSpPr>
            <a:spLocks xmlns:a="http://schemas.openxmlformats.org/drawingml/2006/main" noGrp="1"/>
          </p:cNvSpPr>
          <p:nvPr/>
        </p:nvSpPr>
        <p:spPr>
          <a:xfrm xmlns:a="http://schemas.openxmlformats.org/drawingml/2006/main">
            <a:off x="666750" y="4429125"/>
            <a:ext cx="781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477"/>
                </a:solidFill>
                <a:latin typeface="Century Gothic"/>
                <a:ea typeface="Century Gothic"/>
                <a:cs typeface="Century Gothic"/>
              </a:defRPr>
            </a:defPPr>
            <a:lvl1pPr>
              <a:defRPr sz="1200" b="0">
                <a:solidFill>
                  <a:srgbClr val="616477"/>
                </a:solidFill>
                <a:latin typeface="Century Gothic"/>
                <a:ea typeface="Century Gothic"/>
                <a:cs typeface="Century Gothic"/>
              </a:defRPr>
            </a:lvl1pPr>
            <a:lvl2pPr>
              <a:defRPr sz="1200" b="0">
                <a:solidFill>
                  <a:srgbClr val="616477"/>
                </a:solidFill>
                <a:latin typeface="Century Gothic"/>
                <a:ea typeface="Century Gothic"/>
                <a:cs typeface="Century Gothic"/>
              </a:defRPr>
            </a:lvl2pPr>
            <a:lvl3pPr>
              <a:defRPr sz="1200" b="0">
                <a:solidFill>
                  <a:srgbClr val="616477"/>
                </a:solidFill>
                <a:latin typeface="Century Gothic"/>
                <a:ea typeface="Century Gothic"/>
                <a:cs typeface="Century Gothic"/>
              </a:defRPr>
            </a:lvl3pPr>
            <a:lvl4pPr>
              <a:defRPr sz="1200" b="0">
                <a:solidFill>
                  <a:srgbClr val="616477"/>
                </a:solidFill>
                <a:latin typeface="Century Gothic"/>
                <a:ea typeface="Century Gothic"/>
                <a:cs typeface="Century Gothic"/>
              </a:defRPr>
            </a:lvl4pPr>
            <a:lvl5pPr>
              <a:defRPr sz="1200" b="0">
                <a:solidFill>
                  <a:srgbClr val="616477"/>
                </a:solidFill>
                <a:latin typeface="Century Gothic"/>
                <a:ea typeface="Century Gothic"/>
                <a:cs typeface="Century Gothic"/>
              </a:defRPr>
            </a:lvl5pPr>
            <a:lvl6pPr>
              <a:defRPr sz="1200" b="0">
                <a:solidFill>
                  <a:srgbClr val="616477"/>
                </a:solidFill>
                <a:latin typeface="Century Gothic"/>
                <a:ea typeface="Century Gothic"/>
                <a:cs typeface="Century Gothic"/>
              </a:defRPr>
            </a:lvl6pPr>
            <a:lvl7pPr>
              <a:defRPr sz="1200" b="0">
                <a:solidFill>
                  <a:srgbClr val="616477"/>
                </a:solidFill>
                <a:latin typeface="Century Gothic"/>
                <a:ea typeface="Century Gothic"/>
                <a:cs typeface="Century Gothic"/>
              </a:defRPr>
            </a:lvl7pPr>
            <a:lvl8pPr>
              <a:defRPr sz="1200" b="0">
                <a:solidFill>
                  <a:srgbClr val="616477"/>
                </a:solidFill>
                <a:latin typeface="Century Gothic"/>
                <a:ea typeface="Century Gothic"/>
                <a:cs typeface="Century Gothic"/>
              </a:defRPr>
            </a:lvl8pPr>
            <a:lvl9pPr>
              <a:defRPr sz="1200" b="0">
                <a:solidFill>
                  <a:srgbClr val="616477"/>
                </a:solidFill>
                <a:latin typeface="Century Gothic"/>
                <a:ea typeface="Century Gothic"/>
                <a:cs typeface="Century Gothic"/>
              </a:defRPr>
            </a:lvl9pPr>
          </a:lstStyle>
          <a:p xmlns:a="http://schemas.openxmlformats.org/drawingml/2006/main">
            <a:pPr>
              <a:defRPr sz="1200" b="0">
                <a:solidFill>
                  <a:srgbClr val="616477"/>
                </a:solidFill>
                <a:latin typeface="Century Gothic"/>
                <a:ea typeface="Century Gothic"/>
                <a:cs typeface="Century Gothic"/>
              </a:defRPr>
            </a:pPr>
            <a:r>
              <a:rPr sz="1200" b="0">
                <a:solidFill>
                  <a:srgbClr val="616477"/>
                </a:solidFill>
                <a:latin typeface="Century Gothic"/>
                <a:ea typeface="Century Gothic"/>
                <a:cs typeface="Century Gothic"/>
              </a:rPr>
              <a:t>Functional verification on 19 October 2026. Accuracy needs separate testing.</a:t>
            </a:r>
          </a:p>
        </p:txBody>
      </p:sp>
      <p:pic>
        <p:nvPicPr>
          <p:cNvPr id="9" name="">
            <a:extLst xmlns:a="http://schemas.openxmlformats.org/drawingml/2006/main">
              <a:ext uri="{FF2B5EF4-FFF2-40B4-BE49-F238E27FC236}">
                <a16:creationId xmlns:a16="http://schemas.microsoft.com/office/drawing/2014/main" id="{559F3A5A-676C-41E6-84B2-257CDD6FFA3E}"/>
              </a:ext>
            </a:extLst>
          </p:cNvPr>
          <p:cNvPicPr>
            <a:picLocks xmlns:a="http://schemas.openxmlformats.org/drawingml/2006/main" noChangeAspect="1"/>
          </p:cNvPicPr>
          <p:nvPr/>
        </p:nvPicPr>
        <p:blipFill>
          <a:blip xmlns:r="http://schemas.openxmlformats.org/officeDocument/2006/relationships" xmlns:a="http://schemas.openxmlformats.org/drawingml/2006/main" r:embed="R4172a582b2b847d4">
            <a:extLst>
              <a:ext uri="{96DAC541-7B7A-43D3-8B79-37D633B846F1}">
                <asvg:svgBlip xmlns:asvg="http://schemas.microsoft.com/office/drawing/2016/SVG/main" r:embed="Raf741614388d4824"/>
              </a:ext>
            </a:extLst>
          </a:blip>
          <a:stretch xmlns:a="http://schemas.openxmlformats.org/drawingml/2006/main"/>
        </p:blipFill>
        <p:spPr>
          <a:xfrm xmlns:a="http://schemas.openxmlformats.org/drawingml/2006/main">
            <a:off x="7477125" y="1381125"/>
            <a:ext cx="1047750" cy="1047750"/>
          </a:xfrm>
          <a:prstGeom xmlns:a="http://schemas.openxmlformats.org/drawingml/2006/main" prst="rect">
            <a:avLst/>
          </a:prstGeom>
        </p:spPr>
      </p:pic>
    </p:spTree>
    <p:extLst>
      <p:ext uri="{BB962C8B-B14F-4D97-AF65-F5344CB8AC3E}">
        <p14:creationId xmlns:p14="http://schemas.microsoft.com/office/powerpoint/2010/main" val="11559579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DAAA5050-0870-4004-BDE6-D1A9AB9CFF18}"/>
              </a:ext>
            </a:extLst>
          </p:cNvPr>
          <p:cNvPicPr>
            <a:picLocks xmlns:a="http://schemas.openxmlformats.org/drawingml/2006/main" noChangeAspect="1"/>
          </p:cNvPicPr>
          <p:nvPr/>
        </p:nvPicPr>
        <p:blipFill>
          <a:blip xmlns:r="http://schemas.openxmlformats.org/officeDocument/2006/relationships" xmlns:a="http://schemas.openxmlformats.org/drawingml/2006/main" r:embed="Rd16b53aa3abe4093">
            <a:extLst>
              <a:ext uri="{96DAC541-7B7A-43D3-8B79-37D633B846F1}">
                <asvg:svgBlip xmlns:asvg="http://schemas.microsoft.com/office/drawing/2016/SVG/main" r:embed="R6aceb0b2b13c44eb"/>
              </a:ext>
            </a:extLst>
          </a:blip>
          <a:stretch xmlns:a="http://schemas.openxmlformats.org/drawingml/2006/main"/>
        </p:blipFill>
        <p:spPr>
          <a:xfrm xmlns:a="http://schemas.openxmlformats.org/drawingml/2006/main">
            <a:off x="7677150" y="0"/>
            <a:ext cx="1466850" cy="146685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2676491C-B21E-452E-AB09-9D4EC8EB10FE}"/>
              </a:ext>
            </a:extLst>
          </p:cNvPr>
          <p:cNvPicPr>
            <a:picLocks xmlns:a="http://schemas.openxmlformats.org/drawingml/2006/main" noChangeAspect="1"/>
          </p:cNvPicPr>
          <p:nvPr/>
        </p:nvPicPr>
        <p:blipFill>
          <a:blip xmlns:r="http://schemas.openxmlformats.org/officeDocument/2006/relationships" xmlns:a="http://schemas.openxmlformats.org/drawingml/2006/main" r:embed="Ra5008f09196e4006">
            <a:extLst>
              <a:ext uri="{96DAC541-7B7A-43D3-8B79-37D633B846F1}">
                <asvg:svgBlip xmlns:asvg="http://schemas.microsoft.com/office/drawing/2016/SVG/main" r:embed="Re980b8bbed2949de"/>
              </a:ext>
            </a:extLst>
          </a:blip>
          <a:stretch xmlns:a="http://schemas.openxmlformats.org/drawingml/2006/main"/>
        </p:blipFill>
        <p:spPr>
          <a:xfrm xmlns:a="http://schemas.openxmlformats.org/drawingml/2006/main">
            <a:off x="0" y="3924300"/>
            <a:ext cx="1162050" cy="11620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6FBF989-5C6E-47D9-8500-E754AFAFC1F3}"/>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7C3AED"/>
                </a:solidFill>
                <a:latin typeface="Century Gothic"/>
                <a:ea typeface="Century Gothic"/>
                <a:cs typeface="Century Gothic"/>
              </a:defRPr>
            </a:defPPr>
            <a:lvl1pPr>
              <a:defRPr sz="3000" b="1">
                <a:solidFill>
                  <a:srgbClr val="7C3AED"/>
                </a:solidFill>
                <a:latin typeface="Century Gothic"/>
                <a:ea typeface="Century Gothic"/>
                <a:cs typeface="Century Gothic"/>
              </a:defRPr>
            </a:lvl1pPr>
            <a:lvl2pPr>
              <a:defRPr sz="3000" b="1">
                <a:solidFill>
                  <a:srgbClr val="7C3AED"/>
                </a:solidFill>
                <a:latin typeface="Century Gothic"/>
                <a:ea typeface="Century Gothic"/>
                <a:cs typeface="Century Gothic"/>
              </a:defRPr>
            </a:lvl2pPr>
            <a:lvl3pPr>
              <a:defRPr sz="3000" b="1">
                <a:solidFill>
                  <a:srgbClr val="7C3AED"/>
                </a:solidFill>
                <a:latin typeface="Century Gothic"/>
                <a:ea typeface="Century Gothic"/>
                <a:cs typeface="Century Gothic"/>
              </a:defRPr>
            </a:lvl3pPr>
            <a:lvl4pPr>
              <a:defRPr sz="3000" b="1">
                <a:solidFill>
                  <a:srgbClr val="7C3AED"/>
                </a:solidFill>
                <a:latin typeface="Century Gothic"/>
                <a:ea typeface="Century Gothic"/>
                <a:cs typeface="Century Gothic"/>
              </a:defRPr>
            </a:lvl4pPr>
            <a:lvl5pPr>
              <a:defRPr sz="3000" b="1">
                <a:solidFill>
                  <a:srgbClr val="7C3AED"/>
                </a:solidFill>
                <a:latin typeface="Century Gothic"/>
                <a:ea typeface="Century Gothic"/>
                <a:cs typeface="Century Gothic"/>
              </a:defRPr>
            </a:lvl5pPr>
            <a:lvl6pPr>
              <a:defRPr sz="3000" b="1">
                <a:solidFill>
                  <a:srgbClr val="7C3AED"/>
                </a:solidFill>
                <a:latin typeface="Century Gothic"/>
                <a:ea typeface="Century Gothic"/>
                <a:cs typeface="Century Gothic"/>
              </a:defRPr>
            </a:lvl6pPr>
            <a:lvl7pPr>
              <a:defRPr sz="3000" b="1">
                <a:solidFill>
                  <a:srgbClr val="7C3AED"/>
                </a:solidFill>
                <a:latin typeface="Century Gothic"/>
                <a:ea typeface="Century Gothic"/>
                <a:cs typeface="Century Gothic"/>
              </a:defRPr>
            </a:lvl7pPr>
            <a:lvl8pPr>
              <a:defRPr sz="3000" b="1">
                <a:solidFill>
                  <a:srgbClr val="7C3AED"/>
                </a:solidFill>
                <a:latin typeface="Century Gothic"/>
                <a:ea typeface="Century Gothic"/>
                <a:cs typeface="Century Gothic"/>
              </a:defRPr>
            </a:lvl8pPr>
            <a:lvl9pPr>
              <a:defRPr sz="3000" b="1">
                <a:solidFill>
                  <a:srgbClr val="7C3AED"/>
                </a:solidFill>
                <a:latin typeface="Century Gothic"/>
                <a:ea typeface="Century Gothic"/>
                <a:cs typeface="Century Gothic"/>
              </a:defRPr>
            </a:lvl9pPr>
          </a:lstStyle>
          <a:p xmlns:a="http://schemas.openxmlformats.org/drawingml/2006/main">
            <a:pPr>
              <a:defRPr sz="3000" b="1">
                <a:solidFill>
                  <a:srgbClr val="7C3AED"/>
                </a:solidFill>
                <a:latin typeface="Century Gothic"/>
                <a:ea typeface="Century Gothic"/>
                <a:cs typeface="Century Gothic"/>
              </a:defRPr>
            </a:pPr>
            <a:r>
              <a:rPr sz="3000" b="1">
                <a:solidFill>
                  <a:srgbClr val="7C3AED"/>
                </a:solidFill>
                <a:latin typeface="Century Gothic"/>
                <a:ea typeface="Century Gothic"/>
                <a:cs typeface="Century Gothic"/>
              </a:rPr>
              <a:t>The live demonstration</a:t>
            </a:r>
          </a:p>
        </p:txBody>
      </p:sp>
      <p:sp>
        <p:nvSpPr>
          <p:cNvPr id="4" name="">
            <a:extLst xmlns:a="http://schemas.openxmlformats.org/drawingml/2006/main">
              <a:ext uri="{FF2B5EF4-FFF2-40B4-BE49-F238E27FC236}">
                <a16:creationId xmlns:a16="http://schemas.microsoft.com/office/drawing/2014/main" id="{F46769DA-D2F3-4E0E-A19F-48AC095E4EE0}"/>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7C3AED"/>
                </a:solidFill>
                <a:latin typeface="Century Gothic"/>
                <a:ea typeface="Century Gothic"/>
                <a:cs typeface="Century Gothic"/>
              </a:defRPr>
            </a:defPPr>
            <a:lvl1pPr>
              <a:defRPr sz="1050" b="0">
                <a:solidFill>
                  <a:srgbClr val="7C3AED"/>
                </a:solidFill>
                <a:latin typeface="Century Gothic"/>
                <a:ea typeface="Century Gothic"/>
                <a:cs typeface="Century Gothic"/>
              </a:defRPr>
            </a:lvl1pPr>
            <a:lvl2pPr>
              <a:defRPr sz="1050" b="0">
                <a:solidFill>
                  <a:srgbClr val="7C3AED"/>
                </a:solidFill>
                <a:latin typeface="Century Gothic"/>
                <a:ea typeface="Century Gothic"/>
                <a:cs typeface="Century Gothic"/>
              </a:defRPr>
            </a:lvl2pPr>
            <a:lvl3pPr>
              <a:defRPr sz="1050" b="0">
                <a:solidFill>
                  <a:srgbClr val="7C3AED"/>
                </a:solidFill>
                <a:latin typeface="Century Gothic"/>
                <a:ea typeface="Century Gothic"/>
                <a:cs typeface="Century Gothic"/>
              </a:defRPr>
            </a:lvl3pPr>
            <a:lvl4pPr>
              <a:defRPr sz="1050" b="0">
                <a:solidFill>
                  <a:srgbClr val="7C3AED"/>
                </a:solidFill>
                <a:latin typeface="Century Gothic"/>
                <a:ea typeface="Century Gothic"/>
                <a:cs typeface="Century Gothic"/>
              </a:defRPr>
            </a:lvl4pPr>
            <a:lvl5pPr>
              <a:defRPr sz="1050" b="0">
                <a:solidFill>
                  <a:srgbClr val="7C3AED"/>
                </a:solidFill>
                <a:latin typeface="Century Gothic"/>
                <a:ea typeface="Century Gothic"/>
                <a:cs typeface="Century Gothic"/>
              </a:defRPr>
            </a:lvl5pPr>
            <a:lvl6pPr>
              <a:defRPr sz="1050" b="0">
                <a:solidFill>
                  <a:srgbClr val="7C3AED"/>
                </a:solidFill>
                <a:latin typeface="Century Gothic"/>
                <a:ea typeface="Century Gothic"/>
                <a:cs typeface="Century Gothic"/>
              </a:defRPr>
            </a:lvl6pPr>
            <a:lvl7pPr>
              <a:defRPr sz="1050" b="0">
                <a:solidFill>
                  <a:srgbClr val="7C3AED"/>
                </a:solidFill>
                <a:latin typeface="Century Gothic"/>
                <a:ea typeface="Century Gothic"/>
                <a:cs typeface="Century Gothic"/>
              </a:defRPr>
            </a:lvl7pPr>
            <a:lvl8pPr>
              <a:defRPr sz="1050" b="0">
                <a:solidFill>
                  <a:srgbClr val="7C3AED"/>
                </a:solidFill>
                <a:latin typeface="Century Gothic"/>
                <a:ea typeface="Century Gothic"/>
                <a:cs typeface="Century Gothic"/>
              </a:defRPr>
            </a:lvl8pPr>
            <a:lvl9pPr>
              <a:defRPr sz="1050" b="0">
                <a:solidFill>
                  <a:srgbClr val="7C3AED"/>
                </a:solidFill>
                <a:latin typeface="Century Gothic"/>
                <a:ea typeface="Century Gothic"/>
                <a:cs typeface="Century Gothic"/>
              </a:defRPr>
            </a:lvl9pPr>
          </a:lstStyle>
          <a:p xmlns:a="http://schemas.openxmlformats.org/drawingml/2006/main">
            <a:pPr>
              <a:defRPr sz="1050" b="0">
                <a:solidFill>
                  <a:srgbClr val="7C3AED"/>
                </a:solidFill>
                <a:latin typeface="Century Gothic"/>
                <a:ea typeface="Century Gothic"/>
                <a:cs typeface="Century Gothic"/>
              </a:defRPr>
            </a:pPr>
            <a:r>
              <a:rPr sz="1050" b="0">
                <a:solidFill>
                  <a:srgbClr val="7C3AED"/>
                </a:solidFill>
                <a:latin typeface="Century Gothic"/>
                <a:ea typeface="Century Gothic"/>
                <a:cs typeface="Century Gothic"/>
              </a:rPr>
              <a:t>12</a:t>
            </a:r>
          </a:p>
        </p:txBody>
      </p:sp>
      <p:sp>
        <p:nvSpPr>
          <p:cNvPr id="5" name="">
            <a:extLst xmlns:a="http://schemas.openxmlformats.org/drawingml/2006/main">
              <a:ext uri="{FF2B5EF4-FFF2-40B4-BE49-F238E27FC236}">
                <a16:creationId xmlns:a16="http://schemas.microsoft.com/office/drawing/2014/main" id="{8A8823AC-ED3C-496D-BB21-E84D797C4AAF}"/>
              </a:ext>
            </a:extLst>
          </p:cNvPr>
          <p:cNvSpPr>
            <a:spLocks xmlns:a="http://schemas.openxmlformats.org/drawingml/2006/main" noGrp="1"/>
          </p:cNvSpPr>
          <p:nvPr/>
        </p:nvSpPr>
        <p:spPr>
          <a:xfrm xmlns:a="http://schemas.openxmlformats.org/drawingml/2006/main">
            <a:off x="590550" y="11620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C3AED"/>
                </a:solidFill>
                <a:latin typeface="Century Gothic"/>
                <a:ea typeface="Century Gothic"/>
                <a:cs typeface="Century Gothic"/>
              </a:defRPr>
            </a:defPPr>
            <a:lvl1pPr>
              <a:defRPr sz="2400" b="1">
                <a:solidFill>
                  <a:srgbClr val="7C3AED"/>
                </a:solidFill>
                <a:latin typeface="Century Gothic"/>
                <a:ea typeface="Century Gothic"/>
                <a:cs typeface="Century Gothic"/>
              </a:defRPr>
            </a:lvl1pPr>
            <a:lvl2pPr>
              <a:defRPr sz="2400" b="1">
                <a:solidFill>
                  <a:srgbClr val="7C3AED"/>
                </a:solidFill>
                <a:latin typeface="Century Gothic"/>
                <a:ea typeface="Century Gothic"/>
                <a:cs typeface="Century Gothic"/>
              </a:defRPr>
            </a:lvl2pPr>
            <a:lvl3pPr>
              <a:defRPr sz="2400" b="1">
                <a:solidFill>
                  <a:srgbClr val="7C3AED"/>
                </a:solidFill>
                <a:latin typeface="Century Gothic"/>
                <a:ea typeface="Century Gothic"/>
                <a:cs typeface="Century Gothic"/>
              </a:defRPr>
            </a:lvl3pPr>
            <a:lvl4pPr>
              <a:defRPr sz="2400" b="1">
                <a:solidFill>
                  <a:srgbClr val="7C3AED"/>
                </a:solidFill>
                <a:latin typeface="Century Gothic"/>
                <a:ea typeface="Century Gothic"/>
                <a:cs typeface="Century Gothic"/>
              </a:defRPr>
            </a:lvl4pPr>
            <a:lvl5pPr>
              <a:defRPr sz="2400" b="1">
                <a:solidFill>
                  <a:srgbClr val="7C3AED"/>
                </a:solidFill>
                <a:latin typeface="Century Gothic"/>
                <a:ea typeface="Century Gothic"/>
                <a:cs typeface="Century Gothic"/>
              </a:defRPr>
            </a:lvl5pPr>
            <a:lvl6pPr>
              <a:defRPr sz="2400" b="1">
                <a:solidFill>
                  <a:srgbClr val="7C3AED"/>
                </a:solidFill>
                <a:latin typeface="Century Gothic"/>
                <a:ea typeface="Century Gothic"/>
                <a:cs typeface="Century Gothic"/>
              </a:defRPr>
            </a:lvl6pPr>
            <a:lvl7pPr>
              <a:defRPr sz="2400" b="1">
                <a:solidFill>
                  <a:srgbClr val="7C3AED"/>
                </a:solidFill>
                <a:latin typeface="Century Gothic"/>
                <a:ea typeface="Century Gothic"/>
                <a:cs typeface="Century Gothic"/>
              </a:defRPr>
            </a:lvl7pPr>
            <a:lvl8pPr>
              <a:defRPr sz="2400" b="1">
                <a:solidFill>
                  <a:srgbClr val="7C3AED"/>
                </a:solidFill>
                <a:latin typeface="Century Gothic"/>
                <a:ea typeface="Century Gothic"/>
                <a:cs typeface="Century Gothic"/>
              </a:defRPr>
            </a:lvl8pPr>
            <a:lvl9pPr>
              <a:defRPr sz="2400" b="1">
                <a:solidFill>
                  <a:srgbClr val="7C3AED"/>
                </a:solidFill>
                <a:latin typeface="Century Gothic"/>
                <a:ea typeface="Century Gothic"/>
                <a:cs typeface="Century Gothic"/>
              </a:defRPr>
            </a:lvl9pPr>
          </a:lstStyle>
          <a:p xmlns:a="http://schemas.openxmlformats.org/drawingml/2006/main">
            <a:pPr>
              <a:defRPr sz="2400" b="1">
                <a:solidFill>
                  <a:srgbClr val="7C3AED"/>
                </a:solidFill>
                <a:latin typeface="Century Gothic"/>
                <a:ea typeface="Century Gothic"/>
                <a:cs typeface="Century Gothic"/>
              </a:defRPr>
            </a:pPr>
            <a:r>
              <a:rPr sz="2400" b="1">
                <a:solidFill>
                  <a:srgbClr val="7C3AED"/>
                </a:solidFill>
                <a:latin typeface="Century Gothic"/>
                <a:ea typeface="Century Gothic"/>
                <a:cs typeface="Century Gothic"/>
              </a:rPr>
              <a:t>01</a:t>
            </a:r>
          </a:p>
        </p:txBody>
      </p:sp>
      <p:sp>
        <p:nvSpPr>
          <p:cNvPr id="6" name="">
            <a:extLst xmlns:a="http://schemas.openxmlformats.org/drawingml/2006/main">
              <a:ext uri="{FF2B5EF4-FFF2-40B4-BE49-F238E27FC236}">
                <a16:creationId xmlns:a16="http://schemas.microsoft.com/office/drawing/2014/main" id="{A5DC575A-FB5E-4AEB-8FE7-E8EC2B8A3E20}"/>
              </a:ext>
            </a:extLst>
          </p:cNvPr>
          <p:cNvSpPr>
            <a:spLocks xmlns:a="http://schemas.openxmlformats.org/drawingml/2006/main" noGrp="1"/>
          </p:cNvSpPr>
          <p:nvPr/>
        </p:nvSpPr>
        <p:spPr>
          <a:xfrm xmlns:a="http://schemas.openxmlformats.org/drawingml/2006/main">
            <a:off x="1190625" y="11620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A1A2E"/>
                </a:solidFill>
                <a:latin typeface="Century Gothic"/>
                <a:ea typeface="Century Gothic"/>
                <a:cs typeface="Century Gothic"/>
              </a:defRPr>
            </a:defPPr>
            <a:lvl1pPr>
              <a:defRPr sz="2025" b="1">
                <a:solidFill>
                  <a:srgbClr val="1A1A2E"/>
                </a:solidFill>
                <a:latin typeface="Century Gothic"/>
                <a:ea typeface="Century Gothic"/>
                <a:cs typeface="Century Gothic"/>
              </a:defRPr>
            </a:lvl1pPr>
            <a:lvl2pPr>
              <a:defRPr sz="2025" b="1">
                <a:solidFill>
                  <a:srgbClr val="1A1A2E"/>
                </a:solidFill>
                <a:latin typeface="Century Gothic"/>
                <a:ea typeface="Century Gothic"/>
                <a:cs typeface="Century Gothic"/>
              </a:defRPr>
            </a:lvl2pPr>
            <a:lvl3pPr>
              <a:defRPr sz="2025" b="1">
                <a:solidFill>
                  <a:srgbClr val="1A1A2E"/>
                </a:solidFill>
                <a:latin typeface="Century Gothic"/>
                <a:ea typeface="Century Gothic"/>
                <a:cs typeface="Century Gothic"/>
              </a:defRPr>
            </a:lvl3pPr>
            <a:lvl4pPr>
              <a:defRPr sz="2025" b="1">
                <a:solidFill>
                  <a:srgbClr val="1A1A2E"/>
                </a:solidFill>
                <a:latin typeface="Century Gothic"/>
                <a:ea typeface="Century Gothic"/>
                <a:cs typeface="Century Gothic"/>
              </a:defRPr>
            </a:lvl4pPr>
            <a:lvl5pPr>
              <a:defRPr sz="2025" b="1">
                <a:solidFill>
                  <a:srgbClr val="1A1A2E"/>
                </a:solidFill>
                <a:latin typeface="Century Gothic"/>
                <a:ea typeface="Century Gothic"/>
                <a:cs typeface="Century Gothic"/>
              </a:defRPr>
            </a:lvl5pPr>
            <a:lvl6pPr>
              <a:defRPr sz="2025" b="1">
                <a:solidFill>
                  <a:srgbClr val="1A1A2E"/>
                </a:solidFill>
                <a:latin typeface="Century Gothic"/>
                <a:ea typeface="Century Gothic"/>
                <a:cs typeface="Century Gothic"/>
              </a:defRPr>
            </a:lvl6pPr>
            <a:lvl7pPr>
              <a:defRPr sz="2025" b="1">
                <a:solidFill>
                  <a:srgbClr val="1A1A2E"/>
                </a:solidFill>
                <a:latin typeface="Century Gothic"/>
                <a:ea typeface="Century Gothic"/>
                <a:cs typeface="Century Gothic"/>
              </a:defRPr>
            </a:lvl7pPr>
            <a:lvl8pPr>
              <a:defRPr sz="2025" b="1">
                <a:solidFill>
                  <a:srgbClr val="1A1A2E"/>
                </a:solidFill>
                <a:latin typeface="Century Gothic"/>
                <a:ea typeface="Century Gothic"/>
                <a:cs typeface="Century Gothic"/>
              </a:defRPr>
            </a:lvl8pPr>
            <a:lvl9pPr>
              <a:defRPr sz="2025" b="1">
                <a:solidFill>
                  <a:srgbClr val="1A1A2E"/>
                </a:solidFill>
                <a:latin typeface="Century Gothic"/>
                <a:ea typeface="Century Gothic"/>
                <a:cs typeface="Century Gothic"/>
              </a:defRPr>
            </a:lvl9pPr>
          </a:lstStyle>
          <a:p xmlns:a="http://schemas.openxmlformats.org/drawingml/2006/main">
            <a:pPr>
              <a:defRPr sz="2025" b="1">
                <a:solidFill>
                  <a:srgbClr val="1A1A2E"/>
                </a:solidFill>
                <a:latin typeface="Century Gothic"/>
                <a:ea typeface="Century Gothic"/>
                <a:cs typeface="Century Gothic"/>
              </a:defRPr>
            </a:pPr>
            <a:r>
              <a:rPr sz="2025" b="1">
                <a:solidFill>
                  <a:srgbClr val="1A1A2E"/>
                </a:solidFill>
                <a:latin typeface="Century Gothic"/>
                <a:ea typeface="Century Gothic"/>
                <a:cs typeface="Century Gothic"/>
              </a:rPr>
              <a:t>An ordinary message</a:t>
            </a:r>
          </a:p>
        </p:txBody>
      </p:sp>
      <p:sp>
        <p:nvSpPr>
          <p:cNvPr id="7" name="">
            <a:extLst xmlns:a="http://schemas.openxmlformats.org/drawingml/2006/main">
              <a:ext uri="{FF2B5EF4-FFF2-40B4-BE49-F238E27FC236}">
                <a16:creationId xmlns:a16="http://schemas.microsoft.com/office/drawing/2014/main" id="{6A82B4EA-6AD4-4B26-8CE4-6330D3A3180D}"/>
              </a:ext>
            </a:extLst>
          </p:cNvPr>
          <p:cNvSpPr>
            <a:spLocks xmlns:a="http://schemas.openxmlformats.org/drawingml/2006/main" noGrp="1"/>
          </p:cNvSpPr>
          <p:nvPr/>
        </p:nvSpPr>
        <p:spPr>
          <a:xfrm xmlns:a="http://schemas.openxmlformats.org/drawingml/2006/main">
            <a:off x="1190625" y="1543050"/>
            <a:ext cx="600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Show a check on a familiar, low-risk example</a:t>
            </a:r>
          </a:p>
        </p:txBody>
      </p:sp>
      <p:sp>
        <p:nvSpPr>
          <p:cNvPr id="8" name="">
            <a:extLst xmlns:a="http://schemas.openxmlformats.org/drawingml/2006/main">
              <a:ext uri="{FF2B5EF4-FFF2-40B4-BE49-F238E27FC236}">
                <a16:creationId xmlns:a16="http://schemas.microsoft.com/office/drawing/2014/main" id="{ACD00C36-B879-47A2-937A-67D92B3C5074}"/>
              </a:ext>
            </a:extLst>
          </p:cNvPr>
          <p:cNvSpPr>
            <a:spLocks xmlns:a="http://schemas.openxmlformats.org/drawingml/2006/main" noGrp="1"/>
          </p:cNvSpPr>
          <p:nvPr/>
        </p:nvSpPr>
        <p:spPr>
          <a:xfrm xmlns:a="http://schemas.openxmlformats.org/drawingml/2006/main">
            <a:off x="590550" y="21526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C3AED"/>
                </a:solidFill>
                <a:latin typeface="Century Gothic"/>
                <a:ea typeface="Century Gothic"/>
                <a:cs typeface="Century Gothic"/>
              </a:defRPr>
            </a:defPPr>
            <a:lvl1pPr>
              <a:defRPr sz="2400" b="1">
                <a:solidFill>
                  <a:srgbClr val="7C3AED"/>
                </a:solidFill>
                <a:latin typeface="Century Gothic"/>
                <a:ea typeface="Century Gothic"/>
                <a:cs typeface="Century Gothic"/>
              </a:defRPr>
            </a:lvl1pPr>
            <a:lvl2pPr>
              <a:defRPr sz="2400" b="1">
                <a:solidFill>
                  <a:srgbClr val="7C3AED"/>
                </a:solidFill>
                <a:latin typeface="Century Gothic"/>
                <a:ea typeface="Century Gothic"/>
                <a:cs typeface="Century Gothic"/>
              </a:defRPr>
            </a:lvl2pPr>
            <a:lvl3pPr>
              <a:defRPr sz="2400" b="1">
                <a:solidFill>
                  <a:srgbClr val="7C3AED"/>
                </a:solidFill>
                <a:latin typeface="Century Gothic"/>
                <a:ea typeface="Century Gothic"/>
                <a:cs typeface="Century Gothic"/>
              </a:defRPr>
            </a:lvl3pPr>
            <a:lvl4pPr>
              <a:defRPr sz="2400" b="1">
                <a:solidFill>
                  <a:srgbClr val="7C3AED"/>
                </a:solidFill>
                <a:latin typeface="Century Gothic"/>
                <a:ea typeface="Century Gothic"/>
                <a:cs typeface="Century Gothic"/>
              </a:defRPr>
            </a:lvl4pPr>
            <a:lvl5pPr>
              <a:defRPr sz="2400" b="1">
                <a:solidFill>
                  <a:srgbClr val="7C3AED"/>
                </a:solidFill>
                <a:latin typeface="Century Gothic"/>
                <a:ea typeface="Century Gothic"/>
                <a:cs typeface="Century Gothic"/>
              </a:defRPr>
            </a:lvl5pPr>
            <a:lvl6pPr>
              <a:defRPr sz="2400" b="1">
                <a:solidFill>
                  <a:srgbClr val="7C3AED"/>
                </a:solidFill>
                <a:latin typeface="Century Gothic"/>
                <a:ea typeface="Century Gothic"/>
                <a:cs typeface="Century Gothic"/>
              </a:defRPr>
            </a:lvl6pPr>
            <a:lvl7pPr>
              <a:defRPr sz="2400" b="1">
                <a:solidFill>
                  <a:srgbClr val="7C3AED"/>
                </a:solidFill>
                <a:latin typeface="Century Gothic"/>
                <a:ea typeface="Century Gothic"/>
                <a:cs typeface="Century Gothic"/>
              </a:defRPr>
            </a:lvl7pPr>
            <a:lvl8pPr>
              <a:defRPr sz="2400" b="1">
                <a:solidFill>
                  <a:srgbClr val="7C3AED"/>
                </a:solidFill>
                <a:latin typeface="Century Gothic"/>
                <a:ea typeface="Century Gothic"/>
                <a:cs typeface="Century Gothic"/>
              </a:defRPr>
            </a:lvl8pPr>
            <a:lvl9pPr>
              <a:defRPr sz="2400" b="1">
                <a:solidFill>
                  <a:srgbClr val="7C3AED"/>
                </a:solidFill>
                <a:latin typeface="Century Gothic"/>
                <a:ea typeface="Century Gothic"/>
                <a:cs typeface="Century Gothic"/>
              </a:defRPr>
            </a:lvl9pPr>
          </a:lstStyle>
          <a:p xmlns:a="http://schemas.openxmlformats.org/drawingml/2006/main">
            <a:pPr>
              <a:defRPr sz="2400" b="1">
                <a:solidFill>
                  <a:srgbClr val="7C3AED"/>
                </a:solidFill>
                <a:latin typeface="Century Gothic"/>
                <a:ea typeface="Century Gothic"/>
                <a:cs typeface="Century Gothic"/>
              </a:defRPr>
            </a:pPr>
            <a:r>
              <a:rPr sz="2400" b="1">
                <a:solidFill>
                  <a:srgbClr val="7C3AED"/>
                </a:solidFill>
                <a:latin typeface="Century Gothic"/>
                <a:ea typeface="Century Gothic"/>
                <a:cs typeface="Century Gothic"/>
              </a:rPr>
              <a:t>02</a:t>
            </a:r>
          </a:p>
        </p:txBody>
      </p:sp>
      <p:sp>
        <p:nvSpPr>
          <p:cNvPr id="9" name="">
            <a:extLst xmlns:a="http://schemas.openxmlformats.org/drawingml/2006/main">
              <a:ext uri="{FF2B5EF4-FFF2-40B4-BE49-F238E27FC236}">
                <a16:creationId xmlns:a16="http://schemas.microsoft.com/office/drawing/2014/main" id="{23E0E629-5613-4347-A008-F9EC627D98A6}"/>
              </a:ext>
            </a:extLst>
          </p:cNvPr>
          <p:cNvSpPr>
            <a:spLocks xmlns:a="http://schemas.openxmlformats.org/drawingml/2006/main" noGrp="1"/>
          </p:cNvSpPr>
          <p:nvPr/>
        </p:nvSpPr>
        <p:spPr>
          <a:xfrm xmlns:a="http://schemas.openxmlformats.org/drawingml/2006/main">
            <a:off x="1190625" y="21526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A1A2E"/>
                </a:solidFill>
                <a:latin typeface="Century Gothic"/>
                <a:ea typeface="Century Gothic"/>
                <a:cs typeface="Century Gothic"/>
              </a:defRPr>
            </a:defPPr>
            <a:lvl1pPr>
              <a:defRPr sz="2025" b="1">
                <a:solidFill>
                  <a:srgbClr val="1A1A2E"/>
                </a:solidFill>
                <a:latin typeface="Century Gothic"/>
                <a:ea typeface="Century Gothic"/>
                <a:cs typeface="Century Gothic"/>
              </a:defRPr>
            </a:lvl1pPr>
            <a:lvl2pPr>
              <a:defRPr sz="2025" b="1">
                <a:solidFill>
                  <a:srgbClr val="1A1A2E"/>
                </a:solidFill>
                <a:latin typeface="Century Gothic"/>
                <a:ea typeface="Century Gothic"/>
                <a:cs typeface="Century Gothic"/>
              </a:defRPr>
            </a:lvl2pPr>
            <a:lvl3pPr>
              <a:defRPr sz="2025" b="1">
                <a:solidFill>
                  <a:srgbClr val="1A1A2E"/>
                </a:solidFill>
                <a:latin typeface="Century Gothic"/>
                <a:ea typeface="Century Gothic"/>
                <a:cs typeface="Century Gothic"/>
              </a:defRPr>
            </a:lvl3pPr>
            <a:lvl4pPr>
              <a:defRPr sz="2025" b="1">
                <a:solidFill>
                  <a:srgbClr val="1A1A2E"/>
                </a:solidFill>
                <a:latin typeface="Century Gothic"/>
                <a:ea typeface="Century Gothic"/>
                <a:cs typeface="Century Gothic"/>
              </a:defRPr>
            </a:lvl4pPr>
            <a:lvl5pPr>
              <a:defRPr sz="2025" b="1">
                <a:solidFill>
                  <a:srgbClr val="1A1A2E"/>
                </a:solidFill>
                <a:latin typeface="Century Gothic"/>
                <a:ea typeface="Century Gothic"/>
                <a:cs typeface="Century Gothic"/>
              </a:defRPr>
            </a:lvl5pPr>
            <a:lvl6pPr>
              <a:defRPr sz="2025" b="1">
                <a:solidFill>
                  <a:srgbClr val="1A1A2E"/>
                </a:solidFill>
                <a:latin typeface="Century Gothic"/>
                <a:ea typeface="Century Gothic"/>
                <a:cs typeface="Century Gothic"/>
              </a:defRPr>
            </a:lvl6pPr>
            <a:lvl7pPr>
              <a:defRPr sz="2025" b="1">
                <a:solidFill>
                  <a:srgbClr val="1A1A2E"/>
                </a:solidFill>
                <a:latin typeface="Century Gothic"/>
                <a:ea typeface="Century Gothic"/>
                <a:cs typeface="Century Gothic"/>
              </a:defRPr>
            </a:lvl7pPr>
            <a:lvl8pPr>
              <a:defRPr sz="2025" b="1">
                <a:solidFill>
                  <a:srgbClr val="1A1A2E"/>
                </a:solidFill>
                <a:latin typeface="Century Gothic"/>
                <a:ea typeface="Century Gothic"/>
                <a:cs typeface="Century Gothic"/>
              </a:defRPr>
            </a:lvl8pPr>
            <a:lvl9pPr>
              <a:defRPr sz="2025" b="1">
                <a:solidFill>
                  <a:srgbClr val="1A1A2E"/>
                </a:solidFill>
                <a:latin typeface="Century Gothic"/>
                <a:ea typeface="Century Gothic"/>
                <a:cs typeface="Century Gothic"/>
              </a:defRPr>
            </a:lvl9pPr>
          </a:lstStyle>
          <a:p xmlns:a="http://schemas.openxmlformats.org/drawingml/2006/main">
            <a:pPr>
              <a:defRPr sz="2025" b="1">
                <a:solidFill>
                  <a:srgbClr val="1A1A2E"/>
                </a:solidFill>
                <a:latin typeface="Century Gothic"/>
                <a:ea typeface="Century Gothic"/>
                <a:cs typeface="Century Gothic"/>
              </a:defRPr>
            </a:pPr>
            <a:r>
              <a:rPr sz="2025" b="1">
                <a:solidFill>
                  <a:srgbClr val="1A1A2E"/>
                </a:solidFill>
                <a:latin typeface="Century Gothic"/>
                <a:ea typeface="Century Gothic"/>
                <a:cs typeface="Century Gothic"/>
              </a:rPr>
              <a:t>A suspicious request</a:t>
            </a:r>
          </a:p>
        </p:txBody>
      </p:sp>
      <p:sp>
        <p:nvSpPr>
          <p:cNvPr id="10" name="">
            <a:extLst xmlns:a="http://schemas.openxmlformats.org/drawingml/2006/main">
              <a:ext uri="{FF2B5EF4-FFF2-40B4-BE49-F238E27FC236}">
                <a16:creationId xmlns:a16="http://schemas.microsoft.com/office/drawing/2014/main" id="{DF4657B9-34AD-462E-8E9B-6ED71B9DD692}"/>
              </a:ext>
            </a:extLst>
          </p:cNvPr>
          <p:cNvSpPr>
            <a:spLocks xmlns:a="http://schemas.openxmlformats.org/drawingml/2006/main" noGrp="1"/>
          </p:cNvSpPr>
          <p:nvPr/>
        </p:nvSpPr>
        <p:spPr>
          <a:xfrm xmlns:a="http://schemas.openxmlformats.org/drawingml/2006/main">
            <a:off x="1190625" y="2533650"/>
            <a:ext cx="600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Show the warning and the recommended next step</a:t>
            </a:r>
          </a:p>
        </p:txBody>
      </p:sp>
      <p:sp>
        <p:nvSpPr>
          <p:cNvPr id="11" name="">
            <a:extLst xmlns:a="http://schemas.openxmlformats.org/drawingml/2006/main">
              <a:ext uri="{FF2B5EF4-FFF2-40B4-BE49-F238E27FC236}">
                <a16:creationId xmlns:a16="http://schemas.microsoft.com/office/drawing/2014/main" id="{9B2E2EF5-3987-43B9-839F-02D0F8EB195E}"/>
              </a:ext>
            </a:extLst>
          </p:cNvPr>
          <p:cNvSpPr>
            <a:spLocks xmlns:a="http://schemas.openxmlformats.org/drawingml/2006/main" noGrp="1"/>
          </p:cNvSpPr>
          <p:nvPr/>
        </p:nvSpPr>
        <p:spPr>
          <a:xfrm xmlns:a="http://schemas.openxmlformats.org/drawingml/2006/main">
            <a:off x="590550" y="31432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C3AED"/>
                </a:solidFill>
                <a:latin typeface="Century Gothic"/>
                <a:ea typeface="Century Gothic"/>
                <a:cs typeface="Century Gothic"/>
              </a:defRPr>
            </a:defPPr>
            <a:lvl1pPr>
              <a:defRPr sz="2400" b="1">
                <a:solidFill>
                  <a:srgbClr val="7C3AED"/>
                </a:solidFill>
                <a:latin typeface="Century Gothic"/>
                <a:ea typeface="Century Gothic"/>
                <a:cs typeface="Century Gothic"/>
              </a:defRPr>
            </a:lvl1pPr>
            <a:lvl2pPr>
              <a:defRPr sz="2400" b="1">
                <a:solidFill>
                  <a:srgbClr val="7C3AED"/>
                </a:solidFill>
                <a:latin typeface="Century Gothic"/>
                <a:ea typeface="Century Gothic"/>
                <a:cs typeface="Century Gothic"/>
              </a:defRPr>
            </a:lvl2pPr>
            <a:lvl3pPr>
              <a:defRPr sz="2400" b="1">
                <a:solidFill>
                  <a:srgbClr val="7C3AED"/>
                </a:solidFill>
                <a:latin typeface="Century Gothic"/>
                <a:ea typeface="Century Gothic"/>
                <a:cs typeface="Century Gothic"/>
              </a:defRPr>
            </a:lvl3pPr>
            <a:lvl4pPr>
              <a:defRPr sz="2400" b="1">
                <a:solidFill>
                  <a:srgbClr val="7C3AED"/>
                </a:solidFill>
                <a:latin typeface="Century Gothic"/>
                <a:ea typeface="Century Gothic"/>
                <a:cs typeface="Century Gothic"/>
              </a:defRPr>
            </a:lvl4pPr>
            <a:lvl5pPr>
              <a:defRPr sz="2400" b="1">
                <a:solidFill>
                  <a:srgbClr val="7C3AED"/>
                </a:solidFill>
                <a:latin typeface="Century Gothic"/>
                <a:ea typeface="Century Gothic"/>
                <a:cs typeface="Century Gothic"/>
              </a:defRPr>
            </a:lvl5pPr>
            <a:lvl6pPr>
              <a:defRPr sz="2400" b="1">
                <a:solidFill>
                  <a:srgbClr val="7C3AED"/>
                </a:solidFill>
                <a:latin typeface="Century Gothic"/>
                <a:ea typeface="Century Gothic"/>
                <a:cs typeface="Century Gothic"/>
              </a:defRPr>
            </a:lvl6pPr>
            <a:lvl7pPr>
              <a:defRPr sz="2400" b="1">
                <a:solidFill>
                  <a:srgbClr val="7C3AED"/>
                </a:solidFill>
                <a:latin typeface="Century Gothic"/>
                <a:ea typeface="Century Gothic"/>
                <a:cs typeface="Century Gothic"/>
              </a:defRPr>
            </a:lvl7pPr>
            <a:lvl8pPr>
              <a:defRPr sz="2400" b="1">
                <a:solidFill>
                  <a:srgbClr val="7C3AED"/>
                </a:solidFill>
                <a:latin typeface="Century Gothic"/>
                <a:ea typeface="Century Gothic"/>
                <a:cs typeface="Century Gothic"/>
              </a:defRPr>
            </a:lvl8pPr>
            <a:lvl9pPr>
              <a:defRPr sz="2400" b="1">
                <a:solidFill>
                  <a:srgbClr val="7C3AED"/>
                </a:solidFill>
                <a:latin typeface="Century Gothic"/>
                <a:ea typeface="Century Gothic"/>
                <a:cs typeface="Century Gothic"/>
              </a:defRPr>
            </a:lvl9pPr>
          </a:lstStyle>
          <a:p xmlns:a="http://schemas.openxmlformats.org/drawingml/2006/main">
            <a:pPr>
              <a:defRPr sz="2400" b="1">
                <a:solidFill>
                  <a:srgbClr val="7C3AED"/>
                </a:solidFill>
                <a:latin typeface="Century Gothic"/>
                <a:ea typeface="Century Gothic"/>
                <a:cs typeface="Century Gothic"/>
              </a:defRPr>
            </a:pPr>
            <a:r>
              <a:rPr sz="2400" b="1">
                <a:solidFill>
                  <a:srgbClr val="7C3AED"/>
                </a:solidFill>
                <a:latin typeface="Century Gothic"/>
                <a:ea typeface="Century Gothic"/>
                <a:cs typeface="Century Gothic"/>
              </a:rPr>
              <a:t>03</a:t>
            </a:r>
          </a:p>
        </p:txBody>
      </p:sp>
      <p:sp>
        <p:nvSpPr>
          <p:cNvPr id="12" name="">
            <a:extLst xmlns:a="http://schemas.openxmlformats.org/drawingml/2006/main">
              <a:ext uri="{FF2B5EF4-FFF2-40B4-BE49-F238E27FC236}">
                <a16:creationId xmlns:a16="http://schemas.microsoft.com/office/drawing/2014/main" id="{D61CFC70-1AED-470E-8D53-60374097C237}"/>
              </a:ext>
            </a:extLst>
          </p:cNvPr>
          <p:cNvSpPr>
            <a:spLocks xmlns:a="http://schemas.openxmlformats.org/drawingml/2006/main" noGrp="1"/>
          </p:cNvSpPr>
          <p:nvPr/>
        </p:nvSpPr>
        <p:spPr>
          <a:xfrm xmlns:a="http://schemas.openxmlformats.org/drawingml/2006/main">
            <a:off x="1190625" y="31432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A1A2E"/>
                </a:solidFill>
                <a:latin typeface="Century Gothic"/>
                <a:ea typeface="Century Gothic"/>
                <a:cs typeface="Century Gothic"/>
              </a:defRPr>
            </a:defPPr>
            <a:lvl1pPr>
              <a:defRPr sz="2025" b="1">
                <a:solidFill>
                  <a:srgbClr val="1A1A2E"/>
                </a:solidFill>
                <a:latin typeface="Century Gothic"/>
                <a:ea typeface="Century Gothic"/>
                <a:cs typeface="Century Gothic"/>
              </a:defRPr>
            </a:lvl1pPr>
            <a:lvl2pPr>
              <a:defRPr sz="2025" b="1">
                <a:solidFill>
                  <a:srgbClr val="1A1A2E"/>
                </a:solidFill>
                <a:latin typeface="Century Gothic"/>
                <a:ea typeface="Century Gothic"/>
                <a:cs typeface="Century Gothic"/>
              </a:defRPr>
            </a:lvl2pPr>
            <a:lvl3pPr>
              <a:defRPr sz="2025" b="1">
                <a:solidFill>
                  <a:srgbClr val="1A1A2E"/>
                </a:solidFill>
                <a:latin typeface="Century Gothic"/>
                <a:ea typeface="Century Gothic"/>
                <a:cs typeface="Century Gothic"/>
              </a:defRPr>
            </a:lvl3pPr>
            <a:lvl4pPr>
              <a:defRPr sz="2025" b="1">
                <a:solidFill>
                  <a:srgbClr val="1A1A2E"/>
                </a:solidFill>
                <a:latin typeface="Century Gothic"/>
                <a:ea typeface="Century Gothic"/>
                <a:cs typeface="Century Gothic"/>
              </a:defRPr>
            </a:lvl4pPr>
            <a:lvl5pPr>
              <a:defRPr sz="2025" b="1">
                <a:solidFill>
                  <a:srgbClr val="1A1A2E"/>
                </a:solidFill>
                <a:latin typeface="Century Gothic"/>
                <a:ea typeface="Century Gothic"/>
                <a:cs typeface="Century Gothic"/>
              </a:defRPr>
            </a:lvl5pPr>
            <a:lvl6pPr>
              <a:defRPr sz="2025" b="1">
                <a:solidFill>
                  <a:srgbClr val="1A1A2E"/>
                </a:solidFill>
                <a:latin typeface="Century Gothic"/>
                <a:ea typeface="Century Gothic"/>
                <a:cs typeface="Century Gothic"/>
              </a:defRPr>
            </a:lvl6pPr>
            <a:lvl7pPr>
              <a:defRPr sz="2025" b="1">
                <a:solidFill>
                  <a:srgbClr val="1A1A2E"/>
                </a:solidFill>
                <a:latin typeface="Century Gothic"/>
                <a:ea typeface="Century Gothic"/>
                <a:cs typeface="Century Gothic"/>
              </a:defRPr>
            </a:lvl7pPr>
            <a:lvl8pPr>
              <a:defRPr sz="2025" b="1">
                <a:solidFill>
                  <a:srgbClr val="1A1A2E"/>
                </a:solidFill>
                <a:latin typeface="Century Gothic"/>
                <a:ea typeface="Century Gothic"/>
                <a:cs typeface="Century Gothic"/>
              </a:defRPr>
            </a:lvl8pPr>
            <a:lvl9pPr>
              <a:defRPr sz="2025" b="1">
                <a:solidFill>
                  <a:srgbClr val="1A1A2E"/>
                </a:solidFill>
                <a:latin typeface="Century Gothic"/>
                <a:ea typeface="Century Gothic"/>
                <a:cs typeface="Century Gothic"/>
              </a:defRPr>
            </a:lvl9pPr>
          </a:lstStyle>
          <a:p xmlns:a="http://schemas.openxmlformats.org/drawingml/2006/main">
            <a:pPr>
              <a:defRPr sz="2025" b="1">
                <a:solidFill>
                  <a:srgbClr val="1A1A2E"/>
                </a:solidFill>
                <a:latin typeface="Century Gothic"/>
                <a:ea typeface="Century Gothic"/>
                <a:cs typeface="Century Gothic"/>
              </a:defRPr>
            </a:pPr>
            <a:r>
              <a:rPr sz="2025" b="1">
                <a:solidFill>
                  <a:srgbClr val="1A1A2E"/>
                </a:solidFill>
                <a:latin typeface="Century Gothic"/>
                <a:ea typeface="Century Gothic"/>
                <a:cs typeface="Century Gothic"/>
              </a:rPr>
              <a:t>A reported link or QR image</a:t>
            </a:r>
          </a:p>
        </p:txBody>
      </p:sp>
      <p:sp>
        <p:nvSpPr>
          <p:cNvPr id="13" name="">
            <a:extLst xmlns:a="http://schemas.openxmlformats.org/drawingml/2006/main">
              <a:ext uri="{FF2B5EF4-FFF2-40B4-BE49-F238E27FC236}">
                <a16:creationId xmlns:a16="http://schemas.microsoft.com/office/drawing/2014/main" id="{AD9828FE-EFB2-4E34-905F-C94D4C54C253}"/>
              </a:ext>
            </a:extLst>
          </p:cNvPr>
          <p:cNvSpPr>
            <a:spLocks xmlns:a="http://schemas.openxmlformats.org/drawingml/2006/main" noGrp="1"/>
          </p:cNvSpPr>
          <p:nvPr/>
        </p:nvSpPr>
        <p:spPr>
          <a:xfrm xmlns:a="http://schemas.openxmlformats.org/drawingml/2006/main">
            <a:off x="1190625" y="3524250"/>
            <a:ext cx="600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Confirm that the result names OpenPhish</a:t>
            </a:r>
          </a:p>
        </p:txBody>
      </p:sp>
      <p:sp>
        <p:nvSpPr>
          <p:cNvPr id="14" name="">
            <a:extLst xmlns:a="http://schemas.openxmlformats.org/drawingml/2006/main">
              <a:ext uri="{FF2B5EF4-FFF2-40B4-BE49-F238E27FC236}">
                <a16:creationId xmlns:a16="http://schemas.microsoft.com/office/drawing/2014/main" id="{636ACA96-A65A-41E3-9022-FCB60D62C38D}"/>
              </a:ext>
            </a:extLst>
          </p:cNvPr>
          <p:cNvSpPr>
            <a:spLocks xmlns:a="http://schemas.openxmlformats.org/drawingml/2006/main" noGrp="1"/>
          </p:cNvSpPr>
          <p:nvPr/>
        </p:nvSpPr>
        <p:spPr>
          <a:xfrm xmlns:a="http://schemas.openxmlformats.org/drawingml/2006/main">
            <a:off x="628650" y="4410075"/>
            <a:ext cx="785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62C43"/>
                </a:solidFill>
                <a:latin typeface="Century Gothic"/>
                <a:ea typeface="Century Gothic"/>
                <a:cs typeface="Century Gothic"/>
              </a:defRPr>
            </a:defPPr>
            <a:lvl1pPr>
              <a:defRPr sz="1500" b="0">
                <a:solidFill>
                  <a:srgbClr val="B62C43"/>
                </a:solidFill>
                <a:latin typeface="Century Gothic"/>
                <a:ea typeface="Century Gothic"/>
                <a:cs typeface="Century Gothic"/>
              </a:defRPr>
            </a:lvl1pPr>
            <a:lvl2pPr>
              <a:defRPr sz="1500" b="0">
                <a:solidFill>
                  <a:srgbClr val="B62C43"/>
                </a:solidFill>
                <a:latin typeface="Century Gothic"/>
                <a:ea typeface="Century Gothic"/>
                <a:cs typeface="Century Gothic"/>
              </a:defRPr>
            </a:lvl2pPr>
            <a:lvl3pPr>
              <a:defRPr sz="1500" b="0">
                <a:solidFill>
                  <a:srgbClr val="B62C43"/>
                </a:solidFill>
                <a:latin typeface="Century Gothic"/>
                <a:ea typeface="Century Gothic"/>
                <a:cs typeface="Century Gothic"/>
              </a:defRPr>
            </a:lvl3pPr>
            <a:lvl4pPr>
              <a:defRPr sz="1500" b="0">
                <a:solidFill>
                  <a:srgbClr val="B62C43"/>
                </a:solidFill>
                <a:latin typeface="Century Gothic"/>
                <a:ea typeface="Century Gothic"/>
                <a:cs typeface="Century Gothic"/>
              </a:defRPr>
            </a:lvl4pPr>
            <a:lvl5pPr>
              <a:defRPr sz="1500" b="0">
                <a:solidFill>
                  <a:srgbClr val="B62C43"/>
                </a:solidFill>
                <a:latin typeface="Century Gothic"/>
                <a:ea typeface="Century Gothic"/>
                <a:cs typeface="Century Gothic"/>
              </a:defRPr>
            </a:lvl5pPr>
            <a:lvl6pPr>
              <a:defRPr sz="1500" b="0">
                <a:solidFill>
                  <a:srgbClr val="B62C43"/>
                </a:solidFill>
                <a:latin typeface="Century Gothic"/>
                <a:ea typeface="Century Gothic"/>
                <a:cs typeface="Century Gothic"/>
              </a:defRPr>
            </a:lvl6pPr>
            <a:lvl7pPr>
              <a:defRPr sz="1500" b="0">
                <a:solidFill>
                  <a:srgbClr val="B62C43"/>
                </a:solidFill>
                <a:latin typeface="Century Gothic"/>
                <a:ea typeface="Century Gothic"/>
                <a:cs typeface="Century Gothic"/>
              </a:defRPr>
            </a:lvl7pPr>
            <a:lvl8pPr>
              <a:defRPr sz="1500" b="0">
                <a:solidFill>
                  <a:srgbClr val="B62C43"/>
                </a:solidFill>
                <a:latin typeface="Century Gothic"/>
                <a:ea typeface="Century Gothic"/>
                <a:cs typeface="Century Gothic"/>
              </a:defRPr>
            </a:lvl8pPr>
            <a:lvl9pPr>
              <a:defRPr sz="1500" b="0">
                <a:solidFill>
                  <a:srgbClr val="B62C43"/>
                </a:solidFill>
                <a:latin typeface="Century Gothic"/>
                <a:ea typeface="Century Gothic"/>
                <a:cs typeface="Century Gothic"/>
              </a:defRPr>
            </a:lvl9pPr>
          </a:lstStyle>
          <a:p xmlns:a="http://schemas.openxmlformats.org/drawingml/2006/main">
            <a:pPr>
              <a:defRPr sz="1500" b="0">
                <a:solidFill>
                  <a:srgbClr val="B62C43"/>
                </a:solidFill>
                <a:latin typeface="Century Gothic"/>
                <a:ea typeface="Century Gothic"/>
                <a:cs typeface="Century Gothic"/>
              </a:defRPr>
            </a:pPr>
            <a:r>
              <a:rPr sz="1500" b="0">
                <a:solidFill>
                  <a:srgbClr val="B62C43"/>
                </a:solidFill>
                <a:latin typeface="Century Gothic"/>
                <a:ea typeface="Century Gothic"/>
                <a:cs typeface="Century Gothic"/>
              </a:rPr>
              <a:t>Reported phishing links go into Maso only. Never open them.</a:t>
            </a:r>
          </a:p>
        </p:txBody>
      </p:sp>
      <p:pic>
        <p:nvPicPr>
          <p:cNvPr id="15" name="">
            <a:extLst xmlns:a="http://schemas.openxmlformats.org/drawingml/2006/main">
              <a:ext uri="{FF2B5EF4-FFF2-40B4-BE49-F238E27FC236}">
                <a16:creationId xmlns:a16="http://schemas.microsoft.com/office/drawing/2014/main" id="{9D8CAF28-EA18-4495-AD4B-85A8192C34FF}"/>
              </a:ext>
            </a:extLst>
          </p:cNvPr>
          <p:cNvPicPr>
            <a:picLocks xmlns:a="http://schemas.openxmlformats.org/drawingml/2006/main" noChangeAspect="1"/>
          </p:cNvPicPr>
          <p:nvPr/>
        </p:nvPicPr>
        <p:blipFill>
          <a:blip xmlns:r="http://schemas.openxmlformats.org/officeDocument/2006/relationships" xmlns:a="http://schemas.openxmlformats.org/drawingml/2006/main" r:embed="R44cb37de35d941fd">
            <a:extLst>
              <a:ext uri="{96DAC541-7B7A-43D3-8B79-37D633B846F1}">
                <asvg:svgBlip xmlns:asvg="http://schemas.microsoft.com/office/drawing/2016/SVG/main" r:embed="Rf26fec3f15af450a"/>
              </a:ext>
            </a:extLst>
          </a:blip>
          <a:stretch xmlns:a="http://schemas.openxmlformats.org/drawingml/2006/main"/>
        </p:blipFill>
        <p:spPr>
          <a:xfrm xmlns:a="http://schemas.openxmlformats.org/drawingml/2006/main">
            <a:off x="7524750" y="1714500"/>
            <a:ext cx="1047750" cy="1047750"/>
          </a:xfrm>
          <a:prstGeom xmlns:a="http://schemas.openxmlformats.org/drawingml/2006/main" prst="rect">
            <a:avLst/>
          </a:prstGeom>
        </p:spPr>
      </p:pic>
    </p:spTree>
    <p:extLst>
      <p:ext uri="{BB962C8B-B14F-4D97-AF65-F5344CB8AC3E}">
        <p14:creationId xmlns:p14="http://schemas.microsoft.com/office/powerpoint/2010/main" val="154524258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2C2AA5CA-098F-4E9F-B3E5-1358C57F0D86}"/>
              </a:ext>
            </a:extLst>
          </p:cNvPr>
          <p:cNvPicPr>
            <a:picLocks xmlns:a="http://schemas.openxmlformats.org/drawingml/2006/main" noChangeAspect="1"/>
          </p:cNvPicPr>
          <p:nvPr/>
        </p:nvPicPr>
        <p:blipFill>
          <a:blip xmlns:r="http://schemas.openxmlformats.org/officeDocument/2006/relationships" xmlns:a="http://schemas.openxmlformats.org/drawingml/2006/main" r:embed="R36aa0140dbd54d27">
            <a:extLst>
              <a:ext uri="{96DAC541-7B7A-43D3-8B79-37D633B846F1}">
                <asvg:svgBlip xmlns:asvg="http://schemas.microsoft.com/office/drawing/2016/SVG/main" r:embed="Re57dd7336d3941b0"/>
              </a:ext>
            </a:extLst>
          </a:blip>
          <a:stretch xmlns:a="http://schemas.openxmlformats.org/drawingml/2006/main"/>
        </p:blipFill>
        <p:spPr>
          <a:xfrm xmlns:a="http://schemas.openxmlformats.org/drawingml/2006/main">
            <a:off x="7677150" y="0"/>
            <a:ext cx="1466850" cy="146685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E8877458-7C02-4C3B-8A1B-8935C8EF68C4}"/>
              </a:ext>
            </a:extLst>
          </p:cNvPr>
          <p:cNvPicPr>
            <a:picLocks xmlns:a="http://schemas.openxmlformats.org/drawingml/2006/main" noChangeAspect="1"/>
          </p:cNvPicPr>
          <p:nvPr/>
        </p:nvPicPr>
        <p:blipFill>
          <a:blip xmlns:r="http://schemas.openxmlformats.org/officeDocument/2006/relationships" xmlns:a="http://schemas.openxmlformats.org/drawingml/2006/main" r:embed="R3e5f21cc4a16457d">
            <a:extLst>
              <a:ext uri="{96DAC541-7B7A-43D3-8B79-37D633B846F1}">
                <asvg:svgBlip xmlns:asvg="http://schemas.microsoft.com/office/drawing/2016/SVG/main" r:embed="Ra82091ea922b42e2"/>
              </a:ext>
            </a:extLst>
          </a:blip>
          <a:stretch xmlns:a="http://schemas.openxmlformats.org/drawingml/2006/main"/>
        </p:blipFill>
        <p:spPr>
          <a:xfrm xmlns:a="http://schemas.openxmlformats.org/drawingml/2006/main">
            <a:off x="0" y="3924300"/>
            <a:ext cx="1162050" cy="11620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2CF053B-B549-484B-AD85-282FD040215F}"/>
              </a:ext>
            </a:extLst>
          </p:cNvPr>
          <p:cNvSpPr>
            <a:spLocks xmlns:a="http://schemas.openxmlformats.org/drawingml/2006/main" noGrp="1"/>
          </p:cNvSpPr>
          <p:nvPr/>
        </p:nvSpPr>
        <p:spPr>
          <a:xfrm xmlns:a="http://schemas.openxmlformats.org/drawingml/2006/main">
            <a:off x="590550" y="40005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7C3AED"/>
                </a:solidFill>
                <a:latin typeface="Century Gothic"/>
                <a:ea typeface="Century Gothic"/>
                <a:cs typeface="Century Gothic"/>
              </a:defRPr>
            </a:defPPr>
            <a:lvl1pPr>
              <a:defRPr sz="3000" b="1">
                <a:solidFill>
                  <a:srgbClr val="7C3AED"/>
                </a:solidFill>
                <a:latin typeface="Century Gothic"/>
                <a:ea typeface="Century Gothic"/>
                <a:cs typeface="Century Gothic"/>
              </a:defRPr>
            </a:lvl1pPr>
            <a:lvl2pPr>
              <a:defRPr sz="3000" b="1">
                <a:solidFill>
                  <a:srgbClr val="7C3AED"/>
                </a:solidFill>
                <a:latin typeface="Century Gothic"/>
                <a:ea typeface="Century Gothic"/>
                <a:cs typeface="Century Gothic"/>
              </a:defRPr>
            </a:lvl2pPr>
            <a:lvl3pPr>
              <a:defRPr sz="3000" b="1">
                <a:solidFill>
                  <a:srgbClr val="7C3AED"/>
                </a:solidFill>
                <a:latin typeface="Century Gothic"/>
                <a:ea typeface="Century Gothic"/>
                <a:cs typeface="Century Gothic"/>
              </a:defRPr>
            </a:lvl3pPr>
            <a:lvl4pPr>
              <a:defRPr sz="3000" b="1">
                <a:solidFill>
                  <a:srgbClr val="7C3AED"/>
                </a:solidFill>
                <a:latin typeface="Century Gothic"/>
                <a:ea typeface="Century Gothic"/>
                <a:cs typeface="Century Gothic"/>
              </a:defRPr>
            </a:lvl4pPr>
            <a:lvl5pPr>
              <a:defRPr sz="3000" b="1">
                <a:solidFill>
                  <a:srgbClr val="7C3AED"/>
                </a:solidFill>
                <a:latin typeface="Century Gothic"/>
                <a:ea typeface="Century Gothic"/>
                <a:cs typeface="Century Gothic"/>
              </a:defRPr>
            </a:lvl5pPr>
            <a:lvl6pPr>
              <a:defRPr sz="3000" b="1">
                <a:solidFill>
                  <a:srgbClr val="7C3AED"/>
                </a:solidFill>
                <a:latin typeface="Century Gothic"/>
                <a:ea typeface="Century Gothic"/>
                <a:cs typeface="Century Gothic"/>
              </a:defRPr>
            </a:lvl6pPr>
            <a:lvl7pPr>
              <a:defRPr sz="3000" b="1">
                <a:solidFill>
                  <a:srgbClr val="7C3AED"/>
                </a:solidFill>
                <a:latin typeface="Century Gothic"/>
                <a:ea typeface="Century Gothic"/>
                <a:cs typeface="Century Gothic"/>
              </a:defRPr>
            </a:lvl7pPr>
            <a:lvl8pPr>
              <a:defRPr sz="3000" b="1">
                <a:solidFill>
                  <a:srgbClr val="7C3AED"/>
                </a:solidFill>
                <a:latin typeface="Century Gothic"/>
                <a:ea typeface="Century Gothic"/>
                <a:cs typeface="Century Gothic"/>
              </a:defRPr>
            </a:lvl8pPr>
            <a:lvl9pPr>
              <a:defRPr sz="3000" b="1">
                <a:solidFill>
                  <a:srgbClr val="7C3AED"/>
                </a:solidFill>
                <a:latin typeface="Century Gothic"/>
                <a:ea typeface="Century Gothic"/>
                <a:cs typeface="Century Gothic"/>
              </a:defRPr>
            </a:lvl9pPr>
          </a:lstStyle>
          <a:p xmlns:a="http://schemas.openxmlformats.org/drawingml/2006/main">
            <a:pPr>
              <a:defRPr sz="3000" b="1">
                <a:solidFill>
                  <a:srgbClr val="7C3AED"/>
                </a:solidFill>
                <a:latin typeface="Century Gothic"/>
                <a:ea typeface="Century Gothic"/>
                <a:cs typeface="Century Gothic"/>
              </a:defRPr>
            </a:pPr>
            <a:r>
              <a:rPr sz="3000" b="1">
                <a:solidFill>
                  <a:srgbClr val="7C3AED"/>
                </a:solidFill>
                <a:latin typeface="Century Gothic"/>
                <a:ea typeface="Century Gothic"/>
                <a:cs typeface="Century Gothic"/>
              </a:rPr>
              <a:t>What comes next</a:t>
            </a:r>
          </a:p>
        </p:txBody>
      </p:sp>
      <p:sp>
        <p:nvSpPr>
          <p:cNvPr id="4" name="">
            <a:extLst xmlns:a="http://schemas.openxmlformats.org/drawingml/2006/main">
              <a:ext uri="{FF2B5EF4-FFF2-40B4-BE49-F238E27FC236}">
                <a16:creationId xmlns:a16="http://schemas.microsoft.com/office/drawing/2014/main" id="{BFAE0664-7FC1-400E-A003-0A85F73661FE}"/>
              </a:ext>
            </a:extLst>
          </p:cNvPr>
          <p:cNvSpPr>
            <a:spLocks xmlns:a="http://schemas.openxmlformats.org/drawingml/2006/main" noGrp="1"/>
          </p:cNvSpPr>
          <p:nvPr/>
        </p:nvSpPr>
        <p:spPr>
          <a:xfrm xmlns:a="http://schemas.openxmlformats.org/drawingml/2006/main">
            <a:off x="8286750" y="48101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7C3AED"/>
                </a:solidFill>
                <a:latin typeface="Century Gothic"/>
                <a:ea typeface="Century Gothic"/>
                <a:cs typeface="Century Gothic"/>
              </a:defRPr>
            </a:defPPr>
            <a:lvl1pPr>
              <a:defRPr sz="1050" b="0">
                <a:solidFill>
                  <a:srgbClr val="7C3AED"/>
                </a:solidFill>
                <a:latin typeface="Century Gothic"/>
                <a:ea typeface="Century Gothic"/>
                <a:cs typeface="Century Gothic"/>
              </a:defRPr>
            </a:lvl1pPr>
            <a:lvl2pPr>
              <a:defRPr sz="1050" b="0">
                <a:solidFill>
                  <a:srgbClr val="7C3AED"/>
                </a:solidFill>
                <a:latin typeface="Century Gothic"/>
                <a:ea typeface="Century Gothic"/>
                <a:cs typeface="Century Gothic"/>
              </a:defRPr>
            </a:lvl2pPr>
            <a:lvl3pPr>
              <a:defRPr sz="1050" b="0">
                <a:solidFill>
                  <a:srgbClr val="7C3AED"/>
                </a:solidFill>
                <a:latin typeface="Century Gothic"/>
                <a:ea typeface="Century Gothic"/>
                <a:cs typeface="Century Gothic"/>
              </a:defRPr>
            </a:lvl3pPr>
            <a:lvl4pPr>
              <a:defRPr sz="1050" b="0">
                <a:solidFill>
                  <a:srgbClr val="7C3AED"/>
                </a:solidFill>
                <a:latin typeface="Century Gothic"/>
                <a:ea typeface="Century Gothic"/>
                <a:cs typeface="Century Gothic"/>
              </a:defRPr>
            </a:lvl4pPr>
            <a:lvl5pPr>
              <a:defRPr sz="1050" b="0">
                <a:solidFill>
                  <a:srgbClr val="7C3AED"/>
                </a:solidFill>
                <a:latin typeface="Century Gothic"/>
                <a:ea typeface="Century Gothic"/>
                <a:cs typeface="Century Gothic"/>
              </a:defRPr>
            </a:lvl5pPr>
            <a:lvl6pPr>
              <a:defRPr sz="1050" b="0">
                <a:solidFill>
                  <a:srgbClr val="7C3AED"/>
                </a:solidFill>
                <a:latin typeface="Century Gothic"/>
                <a:ea typeface="Century Gothic"/>
                <a:cs typeface="Century Gothic"/>
              </a:defRPr>
            </a:lvl6pPr>
            <a:lvl7pPr>
              <a:defRPr sz="1050" b="0">
                <a:solidFill>
                  <a:srgbClr val="7C3AED"/>
                </a:solidFill>
                <a:latin typeface="Century Gothic"/>
                <a:ea typeface="Century Gothic"/>
                <a:cs typeface="Century Gothic"/>
              </a:defRPr>
            </a:lvl7pPr>
            <a:lvl8pPr>
              <a:defRPr sz="1050" b="0">
                <a:solidFill>
                  <a:srgbClr val="7C3AED"/>
                </a:solidFill>
                <a:latin typeface="Century Gothic"/>
                <a:ea typeface="Century Gothic"/>
                <a:cs typeface="Century Gothic"/>
              </a:defRPr>
            </a:lvl8pPr>
            <a:lvl9pPr>
              <a:defRPr sz="1050" b="0">
                <a:solidFill>
                  <a:srgbClr val="7C3AED"/>
                </a:solidFill>
                <a:latin typeface="Century Gothic"/>
                <a:ea typeface="Century Gothic"/>
                <a:cs typeface="Century Gothic"/>
              </a:defRPr>
            </a:lvl9pPr>
          </a:lstStyle>
          <a:p xmlns:a="http://schemas.openxmlformats.org/drawingml/2006/main">
            <a:pPr>
              <a:defRPr sz="1050" b="0">
                <a:solidFill>
                  <a:srgbClr val="7C3AED"/>
                </a:solidFill>
                <a:latin typeface="Century Gothic"/>
                <a:ea typeface="Century Gothic"/>
                <a:cs typeface="Century Gothic"/>
              </a:defRPr>
            </a:pPr>
            <a:r>
              <a:rPr sz="1050" b="0">
                <a:solidFill>
                  <a:srgbClr val="7C3AED"/>
                </a:solidFill>
                <a:latin typeface="Century Gothic"/>
                <a:ea typeface="Century Gothic"/>
                <a:cs typeface="Century Gothic"/>
              </a:rPr>
              <a:t>13</a:t>
            </a:r>
          </a:p>
        </p:txBody>
      </p:sp>
      <p:sp>
        <p:nvSpPr>
          <p:cNvPr id="5" name="">
            <a:extLst xmlns:a="http://schemas.openxmlformats.org/drawingml/2006/main">
              <a:ext uri="{FF2B5EF4-FFF2-40B4-BE49-F238E27FC236}">
                <a16:creationId xmlns:a16="http://schemas.microsoft.com/office/drawing/2014/main" id="{F7743E12-41EE-45DD-9502-F26D5B6755BA}"/>
              </a:ext>
            </a:extLst>
          </p:cNvPr>
          <p:cNvSpPr>
            <a:spLocks xmlns:a="http://schemas.openxmlformats.org/drawingml/2006/main" noGrp="1"/>
          </p:cNvSpPr>
          <p:nvPr/>
        </p:nvSpPr>
        <p:spPr>
          <a:xfrm xmlns:a="http://schemas.openxmlformats.org/drawingml/2006/main">
            <a:off x="590550" y="12001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C3AED"/>
                </a:solidFill>
                <a:latin typeface="Century Gothic"/>
                <a:ea typeface="Century Gothic"/>
                <a:cs typeface="Century Gothic"/>
              </a:defRPr>
            </a:defPPr>
            <a:lvl1pPr>
              <a:defRPr sz="2400" b="1">
                <a:solidFill>
                  <a:srgbClr val="7C3AED"/>
                </a:solidFill>
                <a:latin typeface="Century Gothic"/>
                <a:ea typeface="Century Gothic"/>
                <a:cs typeface="Century Gothic"/>
              </a:defRPr>
            </a:lvl1pPr>
            <a:lvl2pPr>
              <a:defRPr sz="2400" b="1">
                <a:solidFill>
                  <a:srgbClr val="7C3AED"/>
                </a:solidFill>
                <a:latin typeface="Century Gothic"/>
                <a:ea typeface="Century Gothic"/>
                <a:cs typeface="Century Gothic"/>
              </a:defRPr>
            </a:lvl2pPr>
            <a:lvl3pPr>
              <a:defRPr sz="2400" b="1">
                <a:solidFill>
                  <a:srgbClr val="7C3AED"/>
                </a:solidFill>
                <a:latin typeface="Century Gothic"/>
                <a:ea typeface="Century Gothic"/>
                <a:cs typeface="Century Gothic"/>
              </a:defRPr>
            </a:lvl3pPr>
            <a:lvl4pPr>
              <a:defRPr sz="2400" b="1">
                <a:solidFill>
                  <a:srgbClr val="7C3AED"/>
                </a:solidFill>
                <a:latin typeface="Century Gothic"/>
                <a:ea typeface="Century Gothic"/>
                <a:cs typeface="Century Gothic"/>
              </a:defRPr>
            </a:lvl4pPr>
            <a:lvl5pPr>
              <a:defRPr sz="2400" b="1">
                <a:solidFill>
                  <a:srgbClr val="7C3AED"/>
                </a:solidFill>
                <a:latin typeface="Century Gothic"/>
                <a:ea typeface="Century Gothic"/>
                <a:cs typeface="Century Gothic"/>
              </a:defRPr>
            </a:lvl5pPr>
            <a:lvl6pPr>
              <a:defRPr sz="2400" b="1">
                <a:solidFill>
                  <a:srgbClr val="7C3AED"/>
                </a:solidFill>
                <a:latin typeface="Century Gothic"/>
                <a:ea typeface="Century Gothic"/>
                <a:cs typeface="Century Gothic"/>
              </a:defRPr>
            </a:lvl6pPr>
            <a:lvl7pPr>
              <a:defRPr sz="2400" b="1">
                <a:solidFill>
                  <a:srgbClr val="7C3AED"/>
                </a:solidFill>
                <a:latin typeface="Century Gothic"/>
                <a:ea typeface="Century Gothic"/>
                <a:cs typeface="Century Gothic"/>
              </a:defRPr>
            </a:lvl7pPr>
            <a:lvl8pPr>
              <a:defRPr sz="2400" b="1">
                <a:solidFill>
                  <a:srgbClr val="7C3AED"/>
                </a:solidFill>
                <a:latin typeface="Century Gothic"/>
                <a:ea typeface="Century Gothic"/>
                <a:cs typeface="Century Gothic"/>
              </a:defRPr>
            </a:lvl8pPr>
            <a:lvl9pPr>
              <a:defRPr sz="2400" b="1">
                <a:solidFill>
                  <a:srgbClr val="7C3AED"/>
                </a:solidFill>
                <a:latin typeface="Century Gothic"/>
                <a:ea typeface="Century Gothic"/>
                <a:cs typeface="Century Gothic"/>
              </a:defRPr>
            </a:lvl9pPr>
          </a:lstStyle>
          <a:p xmlns:a="http://schemas.openxmlformats.org/drawingml/2006/main">
            <a:pPr>
              <a:defRPr sz="2400" b="1">
                <a:solidFill>
                  <a:srgbClr val="7C3AED"/>
                </a:solidFill>
                <a:latin typeface="Century Gothic"/>
                <a:ea typeface="Century Gothic"/>
                <a:cs typeface="Century Gothic"/>
              </a:defRPr>
            </a:pPr>
            <a:r>
              <a:rPr sz="2400" b="1">
                <a:solidFill>
                  <a:srgbClr val="7C3AED"/>
                </a:solidFill>
                <a:latin typeface="Century Gothic"/>
                <a:ea typeface="Century Gothic"/>
                <a:cs typeface="Century Gothic"/>
              </a:rPr>
              <a:t>01</a:t>
            </a:r>
          </a:p>
        </p:txBody>
      </p:sp>
      <p:sp>
        <p:nvSpPr>
          <p:cNvPr id="6" name="">
            <a:extLst xmlns:a="http://schemas.openxmlformats.org/drawingml/2006/main">
              <a:ext uri="{FF2B5EF4-FFF2-40B4-BE49-F238E27FC236}">
                <a16:creationId xmlns:a16="http://schemas.microsoft.com/office/drawing/2014/main" id="{A0482922-3C60-4E27-9847-10FC49B34458}"/>
              </a:ext>
            </a:extLst>
          </p:cNvPr>
          <p:cNvSpPr>
            <a:spLocks xmlns:a="http://schemas.openxmlformats.org/drawingml/2006/main" noGrp="1"/>
          </p:cNvSpPr>
          <p:nvPr/>
        </p:nvSpPr>
        <p:spPr>
          <a:xfrm xmlns:a="http://schemas.openxmlformats.org/drawingml/2006/main">
            <a:off x="1190625" y="12001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A1A2E"/>
                </a:solidFill>
                <a:latin typeface="Century Gothic"/>
                <a:ea typeface="Century Gothic"/>
                <a:cs typeface="Century Gothic"/>
              </a:defRPr>
            </a:defPPr>
            <a:lvl1pPr>
              <a:defRPr sz="2025" b="1">
                <a:solidFill>
                  <a:srgbClr val="1A1A2E"/>
                </a:solidFill>
                <a:latin typeface="Century Gothic"/>
                <a:ea typeface="Century Gothic"/>
                <a:cs typeface="Century Gothic"/>
              </a:defRPr>
            </a:lvl1pPr>
            <a:lvl2pPr>
              <a:defRPr sz="2025" b="1">
                <a:solidFill>
                  <a:srgbClr val="1A1A2E"/>
                </a:solidFill>
                <a:latin typeface="Century Gothic"/>
                <a:ea typeface="Century Gothic"/>
                <a:cs typeface="Century Gothic"/>
              </a:defRPr>
            </a:lvl2pPr>
            <a:lvl3pPr>
              <a:defRPr sz="2025" b="1">
                <a:solidFill>
                  <a:srgbClr val="1A1A2E"/>
                </a:solidFill>
                <a:latin typeface="Century Gothic"/>
                <a:ea typeface="Century Gothic"/>
                <a:cs typeface="Century Gothic"/>
              </a:defRPr>
            </a:lvl3pPr>
            <a:lvl4pPr>
              <a:defRPr sz="2025" b="1">
                <a:solidFill>
                  <a:srgbClr val="1A1A2E"/>
                </a:solidFill>
                <a:latin typeface="Century Gothic"/>
                <a:ea typeface="Century Gothic"/>
                <a:cs typeface="Century Gothic"/>
              </a:defRPr>
            </a:lvl4pPr>
            <a:lvl5pPr>
              <a:defRPr sz="2025" b="1">
                <a:solidFill>
                  <a:srgbClr val="1A1A2E"/>
                </a:solidFill>
                <a:latin typeface="Century Gothic"/>
                <a:ea typeface="Century Gothic"/>
                <a:cs typeface="Century Gothic"/>
              </a:defRPr>
            </a:lvl5pPr>
            <a:lvl6pPr>
              <a:defRPr sz="2025" b="1">
                <a:solidFill>
                  <a:srgbClr val="1A1A2E"/>
                </a:solidFill>
                <a:latin typeface="Century Gothic"/>
                <a:ea typeface="Century Gothic"/>
                <a:cs typeface="Century Gothic"/>
              </a:defRPr>
            </a:lvl6pPr>
            <a:lvl7pPr>
              <a:defRPr sz="2025" b="1">
                <a:solidFill>
                  <a:srgbClr val="1A1A2E"/>
                </a:solidFill>
                <a:latin typeface="Century Gothic"/>
                <a:ea typeface="Century Gothic"/>
                <a:cs typeface="Century Gothic"/>
              </a:defRPr>
            </a:lvl7pPr>
            <a:lvl8pPr>
              <a:defRPr sz="2025" b="1">
                <a:solidFill>
                  <a:srgbClr val="1A1A2E"/>
                </a:solidFill>
                <a:latin typeface="Century Gothic"/>
                <a:ea typeface="Century Gothic"/>
                <a:cs typeface="Century Gothic"/>
              </a:defRPr>
            </a:lvl8pPr>
            <a:lvl9pPr>
              <a:defRPr sz="2025" b="1">
                <a:solidFill>
                  <a:srgbClr val="1A1A2E"/>
                </a:solidFill>
                <a:latin typeface="Century Gothic"/>
                <a:ea typeface="Century Gothic"/>
                <a:cs typeface="Century Gothic"/>
              </a:defRPr>
            </a:lvl9pPr>
          </a:lstStyle>
          <a:p xmlns:a="http://schemas.openxmlformats.org/drawingml/2006/main">
            <a:pPr>
              <a:defRPr sz="2025" b="1">
                <a:solidFill>
                  <a:srgbClr val="1A1A2E"/>
                </a:solidFill>
                <a:latin typeface="Century Gothic"/>
                <a:ea typeface="Century Gothic"/>
                <a:cs typeface="Century Gothic"/>
              </a:defRPr>
            </a:pPr>
            <a:r>
              <a:rPr sz="2025" b="1">
                <a:solidFill>
                  <a:srgbClr val="1A1A2E"/>
                </a:solidFill>
                <a:latin typeface="Century Gothic"/>
                <a:ea typeface="Century Gothic"/>
                <a:cs typeface="Century Gothic"/>
              </a:rPr>
              <a:t>Measure detection accuracy</a:t>
            </a:r>
          </a:p>
        </p:txBody>
      </p:sp>
      <p:sp>
        <p:nvSpPr>
          <p:cNvPr id="7" name="">
            <a:extLst xmlns:a="http://schemas.openxmlformats.org/drawingml/2006/main">
              <a:ext uri="{FF2B5EF4-FFF2-40B4-BE49-F238E27FC236}">
                <a16:creationId xmlns:a16="http://schemas.microsoft.com/office/drawing/2014/main" id="{85F5FB53-3AE1-4ADE-B2E9-87D5A999650D}"/>
              </a:ext>
            </a:extLst>
          </p:cNvPr>
          <p:cNvSpPr>
            <a:spLocks xmlns:a="http://schemas.openxmlformats.org/drawingml/2006/main" noGrp="1"/>
          </p:cNvSpPr>
          <p:nvPr/>
        </p:nvSpPr>
        <p:spPr>
          <a:xfrm xmlns:a="http://schemas.openxmlformats.org/drawingml/2006/main">
            <a:off x="1190625" y="1581150"/>
            <a:ext cx="600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Use a separate set of real scam and ordinary examples</a:t>
            </a:r>
          </a:p>
        </p:txBody>
      </p:sp>
      <p:sp>
        <p:nvSpPr>
          <p:cNvPr id="8" name="">
            <a:extLst xmlns:a="http://schemas.openxmlformats.org/drawingml/2006/main">
              <a:ext uri="{FF2B5EF4-FFF2-40B4-BE49-F238E27FC236}">
                <a16:creationId xmlns:a16="http://schemas.microsoft.com/office/drawing/2014/main" id="{802A75C0-4417-42A1-9EA1-1B94A72BEA13}"/>
              </a:ext>
            </a:extLst>
          </p:cNvPr>
          <p:cNvSpPr>
            <a:spLocks xmlns:a="http://schemas.openxmlformats.org/drawingml/2006/main" noGrp="1"/>
          </p:cNvSpPr>
          <p:nvPr/>
        </p:nvSpPr>
        <p:spPr>
          <a:xfrm xmlns:a="http://schemas.openxmlformats.org/drawingml/2006/main">
            <a:off x="590550" y="22669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C3AED"/>
                </a:solidFill>
                <a:latin typeface="Century Gothic"/>
                <a:ea typeface="Century Gothic"/>
                <a:cs typeface="Century Gothic"/>
              </a:defRPr>
            </a:defPPr>
            <a:lvl1pPr>
              <a:defRPr sz="2400" b="1">
                <a:solidFill>
                  <a:srgbClr val="7C3AED"/>
                </a:solidFill>
                <a:latin typeface="Century Gothic"/>
                <a:ea typeface="Century Gothic"/>
                <a:cs typeface="Century Gothic"/>
              </a:defRPr>
            </a:lvl1pPr>
            <a:lvl2pPr>
              <a:defRPr sz="2400" b="1">
                <a:solidFill>
                  <a:srgbClr val="7C3AED"/>
                </a:solidFill>
                <a:latin typeface="Century Gothic"/>
                <a:ea typeface="Century Gothic"/>
                <a:cs typeface="Century Gothic"/>
              </a:defRPr>
            </a:lvl2pPr>
            <a:lvl3pPr>
              <a:defRPr sz="2400" b="1">
                <a:solidFill>
                  <a:srgbClr val="7C3AED"/>
                </a:solidFill>
                <a:latin typeface="Century Gothic"/>
                <a:ea typeface="Century Gothic"/>
                <a:cs typeface="Century Gothic"/>
              </a:defRPr>
            </a:lvl3pPr>
            <a:lvl4pPr>
              <a:defRPr sz="2400" b="1">
                <a:solidFill>
                  <a:srgbClr val="7C3AED"/>
                </a:solidFill>
                <a:latin typeface="Century Gothic"/>
                <a:ea typeface="Century Gothic"/>
                <a:cs typeface="Century Gothic"/>
              </a:defRPr>
            </a:lvl4pPr>
            <a:lvl5pPr>
              <a:defRPr sz="2400" b="1">
                <a:solidFill>
                  <a:srgbClr val="7C3AED"/>
                </a:solidFill>
                <a:latin typeface="Century Gothic"/>
                <a:ea typeface="Century Gothic"/>
                <a:cs typeface="Century Gothic"/>
              </a:defRPr>
            </a:lvl5pPr>
            <a:lvl6pPr>
              <a:defRPr sz="2400" b="1">
                <a:solidFill>
                  <a:srgbClr val="7C3AED"/>
                </a:solidFill>
                <a:latin typeface="Century Gothic"/>
                <a:ea typeface="Century Gothic"/>
                <a:cs typeface="Century Gothic"/>
              </a:defRPr>
            </a:lvl6pPr>
            <a:lvl7pPr>
              <a:defRPr sz="2400" b="1">
                <a:solidFill>
                  <a:srgbClr val="7C3AED"/>
                </a:solidFill>
                <a:latin typeface="Century Gothic"/>
                <a:ea typeface="Century Gothic"/>
                <a:cs typeface="Century Gothic"/>
              </a:defRPr>
            </a:lvl7pPr>
            <a:lvl8pPr>
              <a:defRPr sz="2400" b="1">
                <a:solidFill>
                  <a:srgbClr val="7C3AED"/>
                </a:solidFill>
                <a:latin typeface="Century Gothic"/>
                <a:ea typeface="Century Gothic"/>
                <a:cs typeface="Century Gothic"/>
              </a:defRPr>
            </a:lvl8pPr>
            <a:lvl9pPr>
              <a:defRPr sz="2400" b="1">
                <a:solidFill>
                  <a:srgbClr val="7C3AED"/>
                </a:solidFill>
                <a:latin typeface="Century Gothic"/>
                <a:ea typeface="Century Gothic"/>
                <a:cs typeface="Century Gothic"/>
              </a:defRPr>
            </a:lvl9pPr>
          </a:lstStyle>
          <a:p xmlns:a="http://schemas.openxmlformats.org/drawingml/2006/main">
            <a:pPr>
              <a:defRPr sz="2400" b="1">
                <a:solidFill>
                  <a:srgbClr val="7C3AED"/>
                </a:solidFill>
                <a:latin typeface="Century Gothic"/>
                <a:ea typeface="Century Gothic"/>
                <a:cs typeface="Century Gothic"/>
              </a:defRPr>
            </a:pPr>
            <a:r>
              <a:rPr sz="2400" b="1">
                <a:solidFill>
                  <a:srgbClr val="7C3AED"/>
                </a:solidFill>
                <a:latin typeface="Century Gothic"/>
                <a:ea typeface="Century Gothic"/>
                <a:cs typeface="Century Gothic"/>
              </a:rPr>
              <a:t>02</a:t>
            </a:r>
          </a:p>
        </p:txBody>
      </p:sp>
      <p:sp>
        <p:nvSpPr>
          <p:cNvPr id="9" name="">
            <a:extLst xmlns:a="http://schemas.openxmlformats.org/drawingml/2006/main">
              <a:ext uri="{FF2B5EF4-FFF2-40B4-BE49-F238E27FC236}">
                <a16:creationId xmlns:a16="http://schemas.microsoft.com/office/drawing/2014/main" id="{6A92EABE-7B93-4C23-A24F-2B48802F4FBA}"/>
              </a:ext>
            </a:extLst>
          </p:cNvPr>
          <p:cNvSpPr>
            <a:spLocks xmlns:a="http://schemas.openxmlformats.org/drawingml/2006/main" noGrp="1"/>
          </p:cNvSpPr>
          <p:nvPr/>
        </p:nvSpPr>
        <p:spPr>
          <a:xfrm xmlns:a="http://schemas.openxmlformats.org/drawingml/2006/main">
            <a:off x="1190625" y="22669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A1A2E"/>
                </a:solidFill>
                <a:latin typeface="Century Gothic"/>
                <a:ea typeface="Century Gothic"/>
                <a:cs typeface="Century Gothic"/>
              </a:defRPr>
            </a:defPPr>
            <a:lvl1pPr>
              <a:defRPr sz="2025" b="1">
                <a:solidFill>
                  <a:srgbClr val="1A1A2E"/>
                </a:solidFill>
                <a:latin typeface="Century Gothic"/>
                <a:ea typeface="Century Gothic"/>
                <a:cs typeface="Century Gothic"/>
              </a:defRPr>
            </a:lvl1pPr>
            <a:lvl2pPr>
              <a:defRPr sz="2025" b="1">
                <a:solidFill>
                  <a:srgbClr val="1A1A2E"/>
                </a:solidFill>
                <a:latin typeface="Century Gothic"/>
                <a:ea typeface="Century Gothic"/>
                <a:cs typeface="Century Gothic"/>
              </a:defRPr>
            </a:lvl2pPr>
            <a:lvl3pPr>
              <a:defRPr sz="2025" b="1">
                <a:solidFill>
                  <a:srgbClr val="1A1A2E"/>
                </a:solidFill>
                <a:latin typeface="Century Gothic"/>
                <a:ea typeface="Century Gothic"/>
                <a:cs typeface="Century Gothic"/>
              </a:defRPr>
            </a:lvl3pPr>
            <a:lvl4pPr>
              <a:defRPr sz="2025" b="1">
                <a:solidFill>
                  <a:srgbClr val="1A1A2E"/>
                </a:solidFill>
                <a:latin typeface="Century Gothic"/>
                <a:ea typeface="Century Gothic"/>
                <a:cs typeface="Century Gothic"/>
              </a:defRPr>
            </a:lvl4pPr>
            <a:lvl5pPr>
              <a:defRPr sz="2025" b="1">
                <a:solidFill>
                  <a:srgbClr val="1A1A2E"/>
                </a:solidFill>
                <a:latin typeface="Century Gothic"/>
                <a:ea typeface="Century Gothic"/>
                <a:cs typeface="Century Gothic"/>
              </a:defRPr>
            </a:lvl5pPr>
            <a:lvl6pPr>
              <a:defRPr sz="2025" b="1">
                <a:solidFill>
                  <a:srgbClr val="1A1A2E"/>
                </a:solidFill>
                <a:latin typeface="Century Gothic"/>
                <a:ea typeface="Century Gothic"/>
                <a:cs typeface="Century Gothic"/>
              </a:defRPr>
            </a:lvl6pPr>
            <a:lvl7pPr>
              <a:defRPr sz="2025" b="1">
                <a:solidFill>
                  <a:srgbClr val="1A1A2E"/>
                </a:solidFill>
                <a:latin typeface="Century Gothic"/>
                <a:ea typeface="Century Gothic"/>
                <a:cs typeface="Century Gothic"/>
              </a:defRPr>
            </a:lvl7pPr>
            <a:lvl8pPr>
              <a:defRPr sz="2025" b="1">
                <a:solidFill>
                  <a:srgbClr val="1A1A2E"/>
                </a:solidFill>
                <a:latin typeface="Century Gothic"/>
                <a:ea typeface="Century Gothic"/>
                <a:cs typeface="Century Gothic"/>
              </a:defRPr>
            </a:lvl8pPr>
            <a:lvl9pPr>
              <a:defRPr sz="2025" b="1">
                <a:solidFill>
                  <a:srgbClr val="1A1A2E"/>
                </a:solidFill>
                <a:latin typeface="Century Gothic"/>
                <a:ea typeface="Century Gothic"/>
                <a:cs typeface="Century Gothic"/>
              </a:defRPr>
            </a:lvl9pPr>
          </a:lstStyle>
          <a:p xmlns:a="http://schemas.openxmlformats.org/drawingml/2006/main">
            <a:pPr>
              <a:defRPr sz="2025" b="1">
                <a:solidFill>
                  <a:srgbClr val="1A1A2E"/>
                </a:solidFill>
                <a:latin typeface="Century Gothic"/>
                <a:ea typeface="Century Gothic"/>
                <a:cs typeface="Century Gothic"/>
              </a:defRPr>
            </a:pPr>
            <a:r>
              <a:rPr sz="2025" b="1">
                <a:solidFill>
                  <a:srgbClr val="1A1A2E"/>
                </a:solidFill>
                <a:latin typeface="Century Gothic"/>
                <a:ea typeface="Century Gothic"/>
                <a:cs typeface="Century Gothic"/>
              </a:rPr>
              <a:t>Test with more people</a:t>
            </a:r>
          </a:p>
        </p:txBody>
      </p:sp>
      <p:sp>
        <p:nvSpPr>
          <p:cNvPr id="10" name="">
            <a:extLst xmlns:a="http://schemas.openxmlformats.org/drawingml/2006/main">
              <a:ext uri="{FF2B5EF4-FFF2-40B4-BE49-F238E27FC236}">
                <a16:creationId xmlns:a16="http://schemas.microsoft.com/office/drawing/2014/main" id="{B929D301-AF3D-452B-8F02-473FF6551BA2}"/>
              </a:ext>
            </a:extLst>
          </p:cNvPr>
          <p:cNvSpPr>
            <a:spLocks xmlns:a="http://schemas.openxmlformats.org/drawingml/2006/main" noGrp="1"/>
          </p:cNvSpPr>
          <p:nvPr/>
        </p:nvSpPr>
        <p:spPr>
          <a:xfrm xmlns:a="http://schemas.openxmlformats.org/drawingml/2006/main">
            <a:off x="1190625" y="2647950"/>
            <a:ext cx="600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Check speed, clarity and support for more languages</a:t>
            </a:r>
          </a:p>
        </p:txBody>
      </p:sp>
      <p:sp>
        <p:nvSpPr>
          <p:cNvPr id="11" name="">
            <a:extLst xmlns:a="http://schemas.openxmlformats.org/drawingml/2006/main">
              <a:ext uri="{FF2B5EF4-FFF2-40B4-BE49-F238E27FC236}">
                <a16:creationId xmlns:a16="http://schemas.microsoft.com/office/drawing/2014/main" id="{528A42E6-CA6E-4E9A-8159-3ECA3FE8AA62}"/>
              </a:ext>
            </a:extLst>
          </p:cNvPr>
          <p:cNvSpPr>
            <a:spLocks xmlns:a="http://schemas.openxmlformats.org/drawingml/2006/main" noGrp="1"/>
          </p:cNvSpPr>
          <p:nvPr/>
        </p:nvSpPr>
        <p:spPr>
          <a:xfrm xmlns:a="http://schemas.openxmlformats.org/drawingml/2006/main">
            <a:off x="590550" y="3333750"/>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C3AED"/>
                </a:solidFill>
                <a:latin typeface="Century Gothic"/>
                <a:ea typeface="Century Gothic"/>
                <a:cs typeface="Century Gothic"/>
              </a:defRPr>
            </a:defPPr>
            <a:lvl1pPr>
              <a:defRPr sz="2400" b="1">
                <a:solidFill>
                  <a:srgbClr val="7C3AED"/>
                </a:solidFill>
                <a:latin typeface="Century Gothic"/>
                <a:ea typeface="Century Gothic"/>
                <a:cs typeface="Century Gothic"/>
              </a:defRPr>
            </a:lvl1pPr>
            <a:lvl2pPr>
              <a:defRPr sz="2400" b="1">
                <a:solidFill>
                  <a:srgbClr val="7C3AED"/>
                </a:solidFill>
                <a:latin typeface="Century Gothic"/>
                <a:ea typeface="Century Gothic"/>
                <a:cs typeface="Century Gothic"/>
              </a:defRPr>
            </a:lvl2pPr>
            <a:lvl3pPr>
              <a:defRPr sz="2400" b="1">
                <a:solidFill>
                  <a:srgbClr val="7C3AED"/>
                </a:solidFill>
                <a:latin typeface="Century Gothic"/>
                <a:ea typeface="Century Gothic"/>
                <a:cs typeface="Century Gothic"/>
              </a:defRPr>
            </a:lvl3pPr>
            <a:lvl4pPr>
              <a:defRPr sz="2400" b="1">
                <a:solidFill>
                  <a:srgbClr val="7C3AED"/>
                </a:solidFill>
                <a:latin typeface="Century Gothic"/>
                <a:ea typeface="Century Gothic"/>
                <a:cs typeface="Century Gothic"/>
              </a:defRPr>
            </a:lvl4pPr>
            <a:lvl5pPr>
              <a:defRPr sz="2400" b="1">
                <a:solidFill>
                  <a:srgbClr val="7C3AED"/>
                </a:solidFill>
                <a:latin typeface="Century Gothic"/>
                <a:ea typeface="Century Gothic"/>
                <a:cs typeface="Century Gothic"/>
              </a:defRPr>
            </a:lvl5pPr>
            <a:lvl6pPr>
              <a:defRPr sz="2400" b="1">
                <a:solidFill>
                  <a:srgbClr val="7C3AED"/>
                </a:solidFill>
                <a:latin typeface="Century Gothic"/>
                <a:ea typeface="Century Gothic"/>
                <a:cs typeface="Century Gothic"/>
              </a:defRPr>
            </a:lvl6pPr>
            <a:lvl7pPr>
              <a:defRPr sz="2400" b="1">
                <a:solidFill>
                  <a:srgbClr val="7C3AED"/>
                </a:solidFill>
                <a:latin typeface="Century Gothic"/>
                <a:ea typeface="Century Gothic"/>
                <a:cs typeface="Century Gothic"/>
              </a:defRPr>
            </a:lvl7pPr>
            <a:lvl8pPr>
              <a:defRPr sz="2400" b="1">
                <a:solidFill>
                  <a:srgbClr val="7C3AED"/>
                </a:solidFill>
                <a:latin typeface="Century Gothic"/>
                <a:ea typeface="Century Gothic"/>
                <a:cs typeface="Century Gothic"/>
              </a:defRPr>
            </a:lvl8pPr>
            <a:lvl9pPr>
              <a:defRPr sz="2400" b="1">
                <a:solidFill>
                  <a:srgbClr val="7C3AED"/>
                </a:solidFill>
                <a:latin typeface="Century Gothic"/>
                <a:ea typeface="Century Gothic"/>
                <a:cs typeface="Century Gothic"/>
              </a:defRPr>
            </a:lvl9pPr>
          </a:lstStyle>
          <a:p xmlns:a="http://schemas.openxmlformats.org/drawingml/2006/main">
            <a:pPr>
              <a:defRPr sz="2400" b="1">
                <a:solidFill>
                  <a:srgbClr val="7C3AED"/>
                </a:solidFill>
                <a:latin typeface="Century Gothic"/>
                <a:ea typeface="Century Gothic"/>
                <a:cs typeface="Century Gothic"/>
              </a:defRPr>
            </a:pPr>
            <a:r>
              <a:rPr sz="2400" b="1">
                <a:solidFill>
                  <a:srgbClr val="7C3AED"/>
                </a:solidFill>
                <a:latin typeface="Century Gothic"/>
                <a:ea typeface="Century Gothic"/>
                <a:cs typeface="Century Gothic"/>
              </a:rPr>
              <a:t>03</a:t>
            </a:r>
          </a:p>
        </p:txBody>
      </p:sp>
      <p:sp>
        <p:nvSpPr>
          <p:cNvPr id="12" name="">
            <a:extLst xmlns:a="http://schemas.openxmlformats.org/drawingml/2006/main">
              <a:ext uri="{FF2B5EF4-FFF2-40B4-BE49-F238E27FC236}">
                <a16:creationId xmlns:a16="http://schemas.microsoft.com/office/drawing/2014/main" id="{7DE9BC53-6685-49AD-A278-2302FB12347A}"/>
              </a:ext>
            </a:extLst>
          </p:cNvPr>
          <p:cNvSpPr>
            <a:spLocks xmlns:a="http://schemas.openxmlformats.org/drawingml/2006/main" noGrp="1"/>
          </p:cNvSpPr>
          <p:nvPr/>
        </p:nvSpPr>
        <p:spPr>
          <a:xfrm xmlns:a="http://schemas.openxmlformats.org/drawingml/2006/main">
            <a:off x="1190625" y="33337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A1A2E"/>
                </a:solidFill>
                <a:latin typeface="Century Gothic"/>
                <a:ea typeface="Century Gothic"/>
                <a:cs typeface="Century Gothic"/>
              </a:defRPr>
            </a:defPPr>
            <a:lvl1pPr>
              <a:defRPr sz="2025" b="1">
                <a:solidFill>
                  <a:srgbClr val="1A1A2E"/>
                </a:solidFill>
                <a:latin typeface="Century Gothic"/>
                <a:ea typeface="Century Gothic"/>
                <a:cs typeface="Century Gothic"/>
              </a:defRPr>
            </a:lvl1pPr>
            <a:lvl2pPr>
              <a:defRPr sz="2025" b="1">
                <a:solidFill>
                  <a:srgbClr val="1A1A2E"/>
                </a:solidFill>
                <a:latin typeface="Century Gothic"/>
                <a:ea typeface="Century Gothic"/>
                <a:cs typeface="Century Gothic"/>
              </a:defRPr>
            </a:lvl2pPr>
            <a:lvl3pPr>
              <a:defRPr sz="2025" b="1">
                <a:solidFill>
                  <a:srgbClr val="1A1A2E"/>
                </a:solidFill>
                <a:latin typeface="Century Gothic"/>
                <a:ea typeface="Century Gothic"/>
                <a:cs typeface="Century Gothic"/>
              </a:defRPr>
            </a:lvl3pPr>
            <a:lvl4pPr>
              <a:defRPr sz="2025" b="1">
                <a:solidFill>
                  <a:srgbClr val="1A1A2E"/>
                </a:solidFill>
                <a:latin typeface="Century Gothic"/>
                <a:ea typeface="Century Gothic"/>
                <a:cs typeface="Century Gothic"/>
              </a:defRPr>
            </a:lvl4pPr>
            <a:lvl5pPr>
              <a:defRPr sz="2025" b="1">
                <a:solidFill>
                  <a:srgbClr val="1A1A2E"/>
                </a:solidFill>
                <a:latin typeface="Century Gothic"/>
                <a:ea typeface="Century Gothic"/>
                <a:cs typeface="Century Gothic"/>
              </a:defRPr>
            </a:lvl5pPr>
            <a:lvl6pPr>
              <a:defRPr sz="2025" b="1">
                <a:solidFill>
                  <a:srgbClr val="1A1A2E"/>
                </a:solidFill>
                <a:latin typeface="Century Gothic"/>
                <a:ea typeface="Century Gothic"/>
                <a:cs typeface="Century Gothic"/>
              </a:defRPr>
            </a:lvl6pPr>
            <a:lvl7pPr>
              <a:defRPr sz="2025" b="1">
                <a:solidFill>
                  <a:srgbClr val="1A1A2E"/>
                </a:solidFill>
                <a:latin typeface="Century Gothic"/>
                <a:ea typeface="Century Gothic"/>
                <a:cs typeface="Century Gothic"/>
              </a:defRPr>
            </a:lvl7pPr>
            <a:lvl8pPr>
              <a:defRPr sz="2025" b="1">
                <a:solidFill>
                  <a:srgbClr val="1A1A2E"/>
                </a:solidFill>
                <a:latin typeface="Century Gothic"/>
                <a:ea typeface="Century Gothic"/>
                <a:cs typeface="Century Gothic"/>
              </a:defRPr>
            </a:lvl8pPr>
            <a:lvl9pPr>
              <a:defRPr sz="2025" b="1">
                <a:solidFill>
                  <a:srgbClr val="1A1A2E"/>
                </a:solidFill>
                <a:latin typeface="Century Gothic"/>
                <a:ea typeface="Century Gothic"/>
                <a:cs typeface="Century Gothic"/>
              </a:defRPr>
            </a:lvl9pPr>
          </a:lstStyle>
          <a:p xmlns:a="http://schemas.openxmlformats.org/drawingml/2006/main">
            <a:pPr>
              <a:defRPr sz="2025" b="1">
                <a:solidFill>
                  <a:srgbClr val="1A1A2E"/>
                </a:solidFill>
                <a:latin typeface="Century Gothic"/>
                <a:ea typeface="Century Gothic"/>
                <a:cs typeface="Century Gothic"/>
              </a:defRPr>
            </a:pPr>
            <a:r>
              <a:rPr sz="2025" b="1">
                <a:solidFill>
                  <a:srgbClr val="1A1A2E"/>
                </a:solidFill>
                <a:latin typeface="Century Gothic"/>
                <a:ea typeface="Century Gothic"/>
                <a:cs typeface="Century Gothic"/>
              </a:rPr>
              <a:t>Prepare for wider use</a:t>
            </a:r>
          </a:p>
        </p:txBody>
      </p:sp>
      <p:sp>
        <p:nvSpPr>
          <p:cNvPr id="13" name="">
            <a:extLst xmlns:a="http://schemas.openxmlformats.org/drawingml/2006/main">
              <a:ext uri="{FF2B5EF4-FFF2-40B4-BE49-F238E27FC236}">
                <a16:creationId xmlns:a16="http://schemas.microsoft.com/office/drawing/2014/main" id="{7E96C8C4-C559-4E3D-869A-321957EFAE66}"/>
              </a:ext>
            </a:extLst>
          </p:cNvPr>
          <p:cNvSpPr>
            <a:spLocks xmlns:a="http://schemas.openxmlformats.org/drawingml/2006/main" noGrp="1"/>
          </p:cNvSpPr>
          <p:nvPr/>
        </p:nvSpPr>
        <p:spPr>
          <a:xfrm xmlns:a="http://schemas.openxmlformats.org/drawingml/2006/main">
            <a:off x="1190625" y="3714750"/>
            <a:ext cx="600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16477"/>
                </a:solidFill>
                <a:latin typeface="Century Gothic"/>
                <a:ea typeface="Century Gothic"/>
                <a:cs typeface="Century Gothic"/>
              </a:defRPr>
            </a:defPPr>
            <a:lvl1pPr>
              <a:defRPr sz="1725" b="0">
                <a:solidFill>
                  <a:srgbClr val="616477"/>
                </a:solidFill>
                <a:latin typeface="Century Gothic"/>
                <a:ea typeface="Century Gothic"/>
                <a:cs typeface="Century Gothic"/>
              </a:defRPr>
            </a:lvl1pPr>
            <a:lvl2pPr>
              <a:defRPr sz="1725" b="0">
                <a:solidFill>
                  <a:srgbClr val="616477"/>
                </a:solidFill>
                <a:latin typeface="Century Gothic"/>
                <a:ea typeface="Century Gothic"/>
                <a:cs typeface="Century Gothic"/>
              </a:defRPr>
            </a:lvl2pPr>
            <a:lvl3pPr>
              <a:defRPr sz="1725" b="0">
                <a:solidFill>
                  <a:srgbClr val="616477"/>
                </a:solidFill>
                <a:latin typeface="Century Gothic"/>
                <a:ea typeface="Century Gothic"/>
                <a:cs typeface="Century Gothic"/>
              </a:defRPr>
            </a:lvl3pPr>
            <a:lvl4pPr>
              <a:defRPr sz="1725" b="0">
                <a:solidFill>
                  <a:srgbClr val="616477"/>
                </a:solidFill>
                <a:latin typeface="Century Gothic"/>
                <a:ea typeface="Century Gothic"/>
                <a:cs typeface="Century Gothic"/>
              </a:defRPr>
            </a:lvl4pPr>
            <a:lvl5pPr>
              <a:defRPr sz="1725" b="0">
                <a:solidFill>
                  <a:srgbClr val="616477"/>
                </a:solidFill>
                <a:latin typeface="Century Gothic"/>
                <a:ea typeface="Century Gothic"/>
                <a:cs typeface="Century Gothic"/>
              </a:defRPr>
            </a:lvl5pPr>
            <a:lvl6pPr>
              <a:defRPr sz="1725" b="0">
                <a:solidFill>
                  <a:srgbClr val="616477"/>
                </a:solidFill>
                <a:latin typeface="Century Gothic"/>
                <a:ea typeface="Century Gothic"/>
                <a:cs typeface="Century Gothic"/>
              </a:defRPr>
            </a:lvl6pPr>
            <a:lvl7pPr>
              <a:defRPr sz="1725" b="0">
                <a:solidFill>
                  <a:srgbClr val="616477"/>
                </a:solidFill>
                <a:latin typeface="Century Gothic"/>
                <a:ea typeface="Century Gothic"/>
                <a:cs typeface="Century Gothic"/>
              </a:defRPr>
            </a:lvl7pPr>
            <a:lvl8pPr>
              <a:defRPr sz="1725" b="0">
                <a:solidFill>
                  <a:srgbClr val="616477"/>
                </a:solidFill>
                <a:latin typeface="Century Gothic"/>
                <a:ea typeface="Century Gothic"/>
                <a:cs typeface="Century Gothic"/>
              </a:defRPr>
            </a:lvl8pPr>
            <a:lvl9pPr>
              <a:defRPr sz="1725" b="0">
                <a:solidFill>
                  <a:srgbClr val="616477"/>
                </a:solidFill>
                <a:latin typeface="Century Gothic"/>
                <a:ea typeface="Century Gothic"/>
                <a:cs typeface="Century Gothic"/>
              </a:defRPr>
            </a:lvl9pPr>
          </a:lstStyle>
          <a:p xmlns:a="http://schemas.openxmlformats.org/drawingml/2006/main">
            <a:pPr>
              <a:defRPr sz="1725" b="0">
                <a:solidFill>
                  <a:srgbClr val="616477"/>
                </a:solidFill>
                <a:latin typeface="Century Gothic"/>
                <a:ea typeface="Century Gothic"/>
                <a:cs typeface="Century Gothic"/>
              </a:defRPr>
            </a:pPr>
            <a:r>
              <a:rPr sz="1725" b="0">
                <a:solidFill>
                  <a:srgbClr val="616477"/>
                </a:solidFill>
                <a:latin typeface="Century Gothic"/>
                <a:ea typeface="Century Gothic"/>
                <a:cs typeface="Century Gothic"/>
              </a:rPr>
              <a:t>Improve explanations and complete hosting and capacity tests</a:t>
            </a:r>
          </a:p>
        </p:txBody>
      </p:sp>
      <p:pic>
        <p:nvPicPr>
          <p:cNvPr id="14" name="">
            <a:extLst xmlns:a="http://schemas.openxmlformats.org/drawingml/2006/main">
              <a:ext uri="{FF2B5EF4-FFF2-40B4-BE49-F238E27FC236}">
                <a16:creationId xmlns:a16="http://schemas.microsoft.com/office/drawing/2014/main" id="{6308D607-0546-49BE-8C6E-DED76C873B62}"/>
              </a:ext>
            </a:extLst>
          </p:cNvPr>
          <p:cNvPicPr>
            <a:picLocks xmlns:a="http://schemas.openxmlformats.org/drawingml/2006/main" noChangeAspect="1"/>
          </p:cNvPicPr>
          <p:nvPr/>
        </p:nvPicPr>
        <p:blipFill>
          <a:blip xmlns:r="http://schemas.openxmlformats.org/officeDocument/2006/relationships" xmlns:a="http://schemas.openxmlformats.org/drawingml/2006/main" r:embed="R85a469208b3c4bda">
            <a:extLst>
              <a:ext uri="{96DAC541-7B7A-43D3-8B79-37D633B846F1}">
                <asvg:svgBlip xmlns:asvg="http://schemas.microsoft.com/office/drawing/2016/SVG/main" r:embed="Raf14b5206287457a"/>
              </a:ext>
            </a:extLst>
          </a:blip>
          <a:stretch xmlns:a="http://schemas.openxmlformats.org/drawingml/2006/main"/>
        </p:blipFill>
        <p:spPr>
          <a:xfrm xmlns:a="http://schemas.openxmlformats.org/drawingml/2006/main">
            <a:off x="7524750" y="1714500"/>
            <a:ext cx="1047750" cy="1047750"/>
          </a:xfrm>
          <a:prstGeom xmlns:a="http://schemas.openxmlformats.org/drawingml/2006/main" prst="rect">
            <a:avLst/>
          </a:prstGeom>
        </p:spPr>
      </p:pic>
    </p:spTree>
    <p:extLst>
      <p:ext uri="{BB962C8B-B14F-4D97-AF65-F5344CB8AC3E}">
        <p14:creationId xmlns:p14="http://schemas.microsoft.com/office/powerpoint/2010/main" val="270905105"/>
      </p:ext>
    </p:extLst>
  </p:cSld>
</p:sld>
</file>

<file path=ppt/slides/slide14.xml><?xml version="1.0" encoding="utf-8"?>
<p:sld xmlns:p="http://schemas.openxmlformats.org/presentationml/2006/main">
  <p:cSld>
    <p:bg>
      <p:bgPr>
        <a:solidFill xmlns:a="http://schemas.openxmlformats.org/drawingml/2006/main">
          <a:srgbClr val="6D28D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24E95F6-FCFA-45DF-8482-8724979406AE}"/>
              </a:ext>
            </a:extLst>
          </p:cNvPr>
          <p:cNvPicPr>
            <a:picLocks xmlns:a="http://schemas.openxmlformats.org/drawingml/2006/main" noChangeAspect="1"/>
          </p:cNvPicPr>
          <p:nvPr/>
        </p:nvPicPr>
        <p:blipFill>
          <a:blip xmlns:r="http://schemas.openxmlformats.org/officeDocument/2006/relationships" xmlns:a="http://schemas.openxmlformats.org/drawingml/2006/main" r:embed="R90cebdebcc6241a6">
            <a:extLst>
              <a:ext uri="{96DAC541-7B7A-43D3-8B79-37D633B846F1}">
                <asvg:svgBlip xmlns:asvg="http://schemas.microsoft.com/office/drawing/2016/SVG/main" r:embed="R5e2be2d7262a47bc"/>
              </a:ext>
            </a:extLst>
          </a:blip>
          <a:stretch xmlns:a="http://schemas.openxmlformats.org/drawingml/2006/main"/>
        </p:blipFill>
        <p:spPr>
          <a:xfrm xmlns:a="http://schemas.openxmlformats.org/drawingml/2006/main">
            <a:off x="5715000" y="142875"/>
            <a:ext cx="3333750" cy="3333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C986B65-BF5C-41AD-A6A1-9B7CFBD7BBB0}"/>
              </a:ext>
            </a:extLst>
          </p:cNvPr>
          <p:cNvSpPr>
            <a:spLocks xmlns:a="http://schemas.openxmlformats.org/drawingml/2006/main" noGrp="1"/>
          </p:cNvSpPr>
          <p:nvPr/>
        </p:nvSpPr>
        <p:spPr>
          <a:xfrm xmlns:a="http://schemas.openxmlformats.org/drawingml/2006/main">
            <a:off x="628650" y="1076325"/>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FFFFFF"/>
                </a:solidFill>
                <a:latin typeface="Century Gothic"/>
                <a:ea typeface="Century Gothic"/>
                <a:cs typeface="Century Gothic"/>
              </a:defRPr>
            </a:defPPr>
            <a:lvl1pPr>
              <a:defRPr sz="6600" b="1">
                <a:solidFill>
                  <a:srgbClr val="FFFFFF"/>
                </a:solidFill>
                <a:latin typeface="Century Gothic"/>
                <a:ea typeface="Century Gothic"/>
                <a:cs typeface="Century Gothic"/>
              </a:defRPr>
            </a:lvl1pPr>
            <a:lvl2pPr>
              <a:defRPr sz="6600" b="1">
                <a:solidFill>
                  <a:srgbClr val="FFFFFF"/>
                </a:solidFill>
                <a:latin typeface="Century Gothic"/>
                <a:ea typeface="Century Gothic"/>
                <a:cs typeface="Century Gothic"/>
              </a:defRPr>
            </a:lvl2pPr>
            <a:lvl3pPr>
              <a:defRPr sz="6600" b="1">
                <a:solidFill>
                  <a:srgbClr val="FFFFFF"/>
                </a:solidFill>
                <a:latin typeface="Century Gothic"/>
                <a:ea typeface="Century Gothic"/>
                <a:cs typeface="Century Gothic"/>
              </a:defRPr>
            </a:lvl3pPr>
            <a:lvl4pPr>
              <a:defRPr sz="6600" b="1">
                <a:solidFill>
                  <a:srgbClr val="FFFFFF"/>
                </a:solidFill>
                <a:latin typeface="Century Gothic"/>
                <a:ea typeface="Century Gothic"/>
                <a:cs typeface="Century Gothic"/>
              </a:defRPr>
            </a:lvl4pPr>
            <a:lvl5pPr>
              <a:defRPr sz="6600" b="1">
                <a:solidFill>
                  <a:srgbClr val="FFFFFF"/>
                </a:solidFill>
                <a:latin typeface="Century Gothic"/>
                <a:ea typeface="Century Gothic"/>
                <a:cs typeface="Century Gothic"/>
              </a:defRPr>
            </a:lvl5pPr>
            <a:lvl6pPr>
              <a:defRPr sz="6600" b="1">
                <a:solidFill>
                  <a:srgbClr val="FFFFFF"/>
                </a:solidFill>
                <a:latin typeface="Century Gothic"/>
                <a:ea typeface="Century Gothic"/>
                <a:cs typeface="Century Gothic"/>
              </a:defRPr>
            </a:lvl6pPr>
            <a:lvl7pPr>
              <a:defRPr sz="6600" b="1">
                <a:solidFill>
                  <a:srgbClr val="FFFFFF"/>
                </a:solidFill>
                <a:latin typeface="Century Gothic"/>
                <a:ea typeface="Century Gothic"/>
                <a:cs typeface="Century Gothic"/>
              </a:defRPr>
            </a:lvl7pPr>
            <a:lvl8pPr>
              <a:defRPr sz="6600" b="1">
                <a:solidFill>
                  <a:srgbClr val="FFFFFF"/>
                </a:solidFill>
                <a:latin typeface="Century Gothic"/>
                <a:ea typeface="Century Gothic"/>
                <a:cs typeface="Century Gothic"/>
              </a:defRPr>
            </a:lvl8pPr>
            <a:lvl9pPr>
              <a:defRPr sz="6600" b="1">
                <a:solidFill>
                  <a:srgbClr val="FFFFFF"/>
                </a:solidFill>
                <a:latin typeface="Century Gothic"/>
                <a:ea typeface="Century Gothic"/>
                <a:cs typeface="Century Gothic"/>
              </a:defRPr>
            </a:lvl9pPr>
          </a:lstStyle>
          <a:p xmlns:a="http://schemas.openxmlformats.org/drawingml/2006/main">
            <a:pPr>
              <a:defRPr sz="6600" b="1">
                <a:solidFill>
                  <a:srgbClr val="FFFFFF"/>
                </a:solidFill>
                <a:latin typeface="Century Gothic"/>
                <a:ea typeface="Century Gothic"/>
                <a:cs typeface="Century Gothic"/>
              </a:defRPr>
            </a:pPr>
            <a:r>
              <a:rPr sz="6600" b="1">
                <a:solidFill>
                  <a:srgbClr val="FFFFFF"/>
                </a:solidFill>
                <a:latin typeface="Century Gothic"/>
                <a:ea typeface="Century Gothic"/>
                <a:cs typeface="Century Gothic"/>
              </a:rPr>
              <a:t>MASO</a:t>
            </a:r>
          </a:p>
        </p:txBody>
      </p:sp>
      <p:sp>
        <p:nvSpPr>
          <p:cNvPr id="3" name="">
            <a:extLst xmlns:a="http://schemas.openxmlformats.org/drawingml/2006/main">
              <a:ext uri="{FF2B5EF4-FFF2-40B4-BE49-F238E27FC236}">
                <a16:creationId xmlns:a16="http://schemas.microsoft.com/office/drawing/2014/main" id="{9C32E583-7EFD-4CC5-A381-F5060120375D}"/>
              </a:ext>
            </a:extLst>
          </p:cNvPr>
          <p:cNvSpPr>
            <a:spLocks xmlns:a="http://schemas.openxmlformats.org/drawingml/2006/main" noGrp="1"/>
          </p:cNvSpPr>
          <p:nvPr/>
        </p:nvSpPr>
        <p:spPr>
          <a:xfrm xmlns:a="http://schemas.openxmlformats.org/drawingml/2006/main">
            <a:off x="666750" y="238125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FFFFFF"/>
                </a:solidFill>
                <a:latin typeface="Century Gothic"/>
                <a:ea typeface="Century Gothic"/>
                <a:cs typeface="Century Gothic"/>
              </a:defRPr>
            </a:defPPr>
            <a:lvl1pPr>
              <a:defRPr sz="2400" b="1">
                <a:solidFill>
                  <a:srgbClr val="FFFFFF"/>
                </a:solidFill>
                <a:latin typeface="Century Gothic"/>
                <a:ea typeface="Century Gothic"/>
                <a:cs typeface="Century Gothic"/>
              </a:defRPr>
            </a:lvl1pPr>
            <a:lvl2pPr>
              <a:defRPr sz="2400" b="1">
                <a:solidFill>
                  <a:srgbClr val="FFFFFF"/>
                </a:solidFill>
                <a:latin typeface="Century Gothic"/>
                <a:ea typeface="Century Gothic"/>
                <a:cs typeface="Century Gothic"/>
              </a:defRPr>
            </a:lvl2pPr>
            <a:lvl3pPr>
              <a:defRPr sz="2400" b="1">
                <a:solidFill>
                  <a:srgbClr val="FFFFFF"/>
                </a:solidFill>
                <a:latin typeface="Century Gothic"/>
                <a:ea typeface="Century Gothic"/>
                <a:cs typeface="Century Gothic"/>
              </a:defRPr>
            </a:lvl3pPr>
            <a:lvl4pPr>
              <a:defRPr sz="2400" b="1">
                <a:solidFill>
                  <a:srgbClr val="FFFFFF"/>
                </a:solidFill>
                <a:latin typeface="Century Gothic"/>
                <a:ea typeface="Century Gothic"/>
                <a:cs typeface="Century Gothic"/>
              </a:defRPr>
            </a:lvl4pPr>
            <a:lvl5pPr>
              <a:defRPr sz="2400" b="1">
                <a:solidFill>
                  <a:srgbClr val="FFFFFF"/>
                </a:solidFill>
                <a:latin typeface="Century Gothic"/>
                <a:ea typeface="Century Gothic"/>
                <a:cs typeface="Century Gothic"/>
              </a:defRPr>
            </a:lvl5pPr>
            <a:lvl6pPr>
              <a:defRPr sz="2400" b="1">
                <a:solidFill>
                  <a:srgbClr val="FFFFFF"/>
                </a:solidFill>
                <a:latin typeface="Century Gothic"/>
                <a:ea typeface="Century Gothic"/>
                <a:cs typeface="Century Gothic"/>
              </a:defRPr>
            </a:lvl6pPr>
            <a:lvl7pPr>
              <a:defRPr sz="2400" b="1">
                <a:solidFill>
                  <a:srgbClr val="FFFFFF"/>
                </a:solidFill>
                <a:latin typeface="Century Gothic"/>
                <a:ea typeface="Century Gothic"/>
                <a:cs typeface="Century Gothic"/>
              </a:defRPr>
            </a:lvl7pPr>
            <a:lvl8pPr>
              <a:defRPr sz="2400" b="1">
                <a:solidFill>
                  <a:srgbClr val="FFFFFF"/>
                </a:solidFill>
                <a:latin typeface="Century Gothic"/>
                <a:ea typeface="Century Gothic"/>
                <a:cs typeface="Century Gothic"/>
              </a:defRPr>
            </a:lvl8pPr>
            <a:lvl9pPr>
              <a:defRPr sz="2400" b="1">
                <a:solidFill>
                  <a:srgbClr val="FFFFFF"/>
                </a:solidFill>
                <a:latin typeface="Century Gothic"/>
                <a:ea typeface="Century Gothic"/>
                <a:cs typeface="Century Gothic"/>
              </a:defRPr>
            </a:lvl9pPr>
          </a:lstStyle>
          <a:p xmlns:a="http://schemas.openxmlformats.org/drawingml/2006/main">
            <a:pPr>
              <a:defRPr sz="2400" b="1">
                <a:solidFill>
                  <a:srgbClr val="FFFFFF"/>
                </a:solidFill>
                <a:latin typeface="Century Gothic"/>
                <a:ea typeface="Century Gothic"/>
                <a:cs typeface="Century Gothic"/>
              </a:defRPr>
            </a:pPr>
            <a:r>
              <a:rPr sz="2400" b="1">
                <a:solidFill>
                  <a:srgbClr val="FFFFFF"/>
                </a:solidFill>
                <a:latin typeface="Century Gothic"/>
                <a:ea typeface="Century Gothic"/>
                <a:cs typeface="Century Gothic"/>
              </a:rPr>
              <a:t>Your AI link safety buddy</a:t>
            </a:r>
          </a:p>
        </p:txBody>
      </p:sp>
      <p:sp>
        <p:nvSpPr>
          <p:cNvPr id="4" name="">
            <a:extLst xmlns:a="http://schemas.openxmlformats.org/drawingml/2006/main">
              <a:ext uri="{FF2B5EF4-FFF2-40B4-BE49-F238E27FC236}">
                <a16:creationId xmlns:a16="http://schemas.microsoft.com/office/drawing/2014/main" id="{6CCB69E9-B183-443E-A1BC-57B3C718F779}"/>
              </a:ext>
            </a:extLst>
          </p:cNvPr>
          <p:cNvSpPr>
            <a:spLocks xmlns:a="http://schemas.openxmlformats.org/drawingml/2006/main" noGrp="1"/>
          </p:cNvSpPr>
          <p:nvPr/>
        </p:nvSpPr>
        <p:spPr>
          <a:xfrm xmlns:a="http://schemas.openxmlformats.org/drawingml/2006/main">
            <a:off x="666750" y="32194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FFFFFF"/>
                </a:solidFill>
                <a:latin typeface="Century Gothic"/>
                <a:ea typeface="Century Gothic"/>
                <a:cs typeface="Century Gothic"/>
              </a:defRPr>
            </a:defPPr>
            <a:lvl1pPr>
              <a:defRPr sz="2550" b="0">
                <a:solidFill>
                  <a:srgbClr val="FFFFFF"/>
                </a:solidFill>
                <a:latin typeface="Century Gothic"/>
                <a:ea typeface="Century Gothic"/>
                <a:cs typeface="Century Gothic"/>
              </a:defRPr>
            </a:lvl1pPr>
            <a:lvl2pPr>
              <a:defRPr sz="2550" b="0">
                <a:solidFill>
                  <a:srgbClr val="FFFFFF"/>
                </a:solidFill>
                <a:latin typeface="Century Gothic"/>
                <a:ea typeface="Century Gothic"/>
                <a:cs typeface="Century Gothic"/>
              </a:defRPr>
            </a:lvl2pPr>
            <a:lvl3pPr>
              <a:defRPr sz="2550" b="0">
                <a:solidFill>
                  <a:srgbClr val="FFFFFF"/>
                </a:solidFill>
                <a:latin typeface="Century Gothic"/>
                <a:ea typeface="Century Gothic"/>
                <a:cs typeface="Century Gothic"/>
              </a:defRPr>
            </a:lvl3pPr>
            <a:lvl4pPr>
              <a:defRPr sz="2550" b="0">
                <a:solidFill>
                  <a:srgbClr val="FFFFFF"/>
                </a:solidFill>
                <a:latin typeface="Century Gothic"/>
                <a:ea typeface="Century Gothic"/>
                <a:cs typeface="Century Gothic"/>
              </a:defRPr>
            </a:lvl4pPr>
            <a:lvl5pPr>
              <a:defRPr sz="2550" b="0">
                <a:solidFill>
                  <a:srgbClr val="FFFFFF"/>
                </a:solidFill>
                <a:latin typeface="Century Gothic"/>
                <a:ea typeface="Century Gothic"/>
                <a:cs typeface="Century Gothic"/>
              </a:defRPr>
            </a:lvl5pPr>
            <a:lvl6pPr>
              <a:defRPr sz="2550" b="0">
                <a:solidFill>
                  <a:srgbClr val="FFFFFF"/>
                </a:solidFill>
                <a:latin typeface="Century Gothic"/>
                <a:ea typeface="Century Gothic"/>
                <a:cs typeface="Century Gothic"/>
              </a:defRPr>
            </a:lvl6pPr>
            <a:lvl7pPr>
              <a:defRPr sz="2550" b="0">
                <a:solidFill>
                  <a:srgbClr val="FFFFFF"/>
                </a:solidFill>
                <a:latin typeface="Century Gothic"/>
                <a:ea typeface="Century Gothic"/>
                <a:cs typeface="Century Gothic"/>
              </a:defRPr>
            </a:lvl7pPr>
            <a:lvl8pPr>
              <a:defRPr sz="2550" b="0">
                <a:solidFill>
                  <a:srgbClr val="FFFFFF"/>
                </a:solidFill>
                <a:latin typeface="Century Gothic"/>
                <a:ea typeface="Century Gothic"/>
                <a:cs typeface="Century Gothic"/>
              </a:defRPr>
            </a:lvl8pPr>
            <a:lvl9pPr>
              <a:defRPr sz="2550" b="0">
                <a:solidFill>
                  <a:srgbClr val="FFFFFF"/>
                </a:solidFill>
                <a:latin typeface="Century Gothic"/>
                <a:ea typeface="Century Gothic"/>
                <a:cs typeface="Century Gothic"/>
              </a:defRPr>
            </a:lvl9pPr>
          </a:lstStyle>
          <a:p xmlns:a="http://schemas.openxmlformats.org/drawingml/2006/main">
            <a:pPr>
              <a:defRPr sz="2550" b="0">
                <a:solidFill>
                  <a:srgbClr val="FFFFFF"/>
                </a:solidFill>
                <a:latin typeface="Century Gothic"/>
                <a:ea typeface="Century Gothic"/>
                <a:cs typeface="Century Gothic"/>
              </a:defRPr>
            </a:pPr>
            <a:r>
              <a:rPr sz="2550" b="0">
                <a:solidFill>
                  <a:srgbClr val="FFFFFF"/>
                </a:solidFill>
                <a:latin typeface="Century Gothic"/>
                <a:ea typeface="Century Gothic"/>
                <a:cs typeface="Century Gothic"/>
              </a:rPr>
              <a:t>A moment to check.</a:t>
            </a:r>
          </a:p>
          <a:p xmlns:a="http://schemas.openxmlformats.org/drawingml/2006/main">
            <a:pPr>
              <a:defRPr sz="2550" b="0">
                <a:solidFill>
                  <a:srgbClr val="FFFFFF"/>
                </a:solidFill>
                <a:latin typeface="Century Gothic"/>
                <a:ea typeface="Century Gothic"/>
                <a:cs typeface="Century Gothic"/>
              </a:defRPr>
            </a:pPr>
            <a:r>
              <a:rPr sz="2550" b="0">
                <a:solidFill>
                  <a:srgbClr val="FFFFFF"/>
                </a:solidFill>
                <a:latin typeface="Century Gothic"/>
                <a:ea typeface="Century Gothic"/>
                <a:cs typeface="Century Gothic"/>
              </a:rPr>
              <a:t>A better next step.</a:t>
            </a:r>
          </a:p>
        </p:txBody>
      </p:sp>
      <p:sp>
        <p:nvSpPr>
          <p:cNvPr id="5" name="">
            <a:extLst xmlns:a="http://schemas.openxmlformats.org/drawingml/2006/main">
              <a:ext uri="{FF2B5EF4-FFF2-40B4-BE49-F238E27FC236}">
                <a16:creationId xmlns:a16="http://schemas.microsoft.com/office/drawing/2014/main" id="{4B3ADDD3-81FC-4A31-82DD-96E5F68AFE23}"/>
              </a:ext>
            </a:extLst>
          </p:cNvPr>
          <p:cNvSpPr>
            <a:spLocks xmlns:a="http://schemas.openxmlformats.org/drawingml/2006/main" noGrp="1"/>
          </p:cNvSpPr>
          <p:nvPr/>
        </p:nvSpPr>
        <p:spPr>
          <a:xfrm xmlns:a="http://schemas.openxmlformats.org/drawingml/2006/main">
            <a:off x="666750" y="441007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FFFFFF"/>
                </a:solidFill>
                <a:latin typeface="Century Gothic"/>
                <a:ea typeface="Century Gothic"/>
                <a:cs typeface="Century Gothic"/>
              </a:defRPr>
            </a:defPPr>
            <a:lvl1pPr>
              <a:defRPr sz="1875" b="1">
                <a:solidFill>
                  <a:srgbClr val="FFFFFF"/>
                </a:solidFill>
                <a:latin typeface="Century Gothic"/>
                <a:ea typeface="Century Gothic"/>
                <a:cs typeface="Century Gothic"/>
              </a:defRPr>
            </a:lvl1pPr>
            <a:lvl2pPr>
              <a:defRPr sz="1875" b="1">
                <a:solidFill>
                  <a:srgbClr val="FFFFFF"/>
                </a:solidFill>
                <a:latin typeface="Century Gothic"/>
                <a:ea typeface="Century Gothic"/>
                <a:cs typeface="Century Gothic"/>
              </a:defRPr>
            </a:lvl2pPr>
            <a:lvl3pPr>
              <a:defRPr sz="1875" b="1">
                <a:solidFill>
                  <a:srgbClr val="FFFFFF"/>
                </a:solidFill>
                <a:latin typeface="Century Gothic"/>
                <a:ea typeface="Century Gothic"/>
                <a:cs typeface="Century Gothic"/>
              </a:defRPr>
            </a:lvl3pPr>
            <a:lvl4pPr>
              <a:defRPr sz="1875" b="1">
                <a:solidFill>
                  <a:srgbClr val="FFFFFF"/>
                </a:solidFill>
                <a:latin typeface="Century Gothic"/>
                <a:ea typeface="Century Gothic"/>
                <a:cs typeface="Century Gothic"/>
              </a:defRPr>
            </a:lvl4pPr>
            <a:lvl5pPr>
              <a:defRPr sz="1875" b="1">
                <a:solidFill>
                  <a:srgbClr val="FFFFFF"/>
                </a:solidFill>
                <a:latin typeface="Century Gothic"/>
                <a:ea typeface="Century Gothic"/>
                <a:cs typeface="Century Gothic"/>
              </a:defRPr>
            </a:lvl5pPr>
            <a:lvl6pPr>
              <a:defRPr sz="1875" b="1">
                <a:solidFill>
                  <a:srgbClr val="FFFFFF"/>
                </a:solidFill>
                <a:latin typeface="Century Gothic"/>
                <a:ea typeface="Century Gothic"/>
                <a:cs typeface="Century Gothic"/>
              </a:defRPr>
            </a:lvl6pPr>
            <a:lvl7pPr>
              <a:defRPr sz="1875" b="1">
                <a:solidFill>
                  <a:srgbClr val="FFFFFF"/>
                </a:solidFill>
                <a:latin typeface="Century Gothic"/>
                <a:ea typeface="Century Gothic"/>
                <a:cs typeface="Century Gothic"/>
              </a:defRPr>
            </a:lvl7pPr>
            <a:lvl8pPr>
              <a:defRPr sz="1875" b="1">
                <a:solidFill>
                  <a:srgbClr val="FFFFFF"/>
                </a:solidFill>
                <a:latin typeface="Century Gothic"/>
                <a:ea typeface="Century Gothic"/>
                <a:cs typeface="Century Gothic"/>
              </a:defRPr>
            </a:lvl8pPr>
            <a:lvl9pPr>
              <a:defRPr sz="1875" b="1">
                <a:solidFill>
                  <a:srgbClr val="FFFFFF"/>
                </a:solidFill>
                <a:latin typeface="Century Gothic"/>
                <a:ea typeface="Century Gothic"/>
                <a:cs typeface="Century Gothic"/>
              </a:defRPr>
            </a:lvl9pPr>
          </a:lstStyle>
          <a:p xmlns:a="http://schemas.openxmlformats.org/drawingml/2006/main">
            <a:pPr>
              <a:defRPr sz="1875" b="1">
                <a:solidFill>
                  <a:srgbClr val="FFFFFF"/>
                </a:solidFill>
                <a:latin typeface="Century Gothic"/>
                <a:ea typeface="Century Gothic"/>
                <a:cs typeface="Century Gothic"/>
              </a:defRPr>
            </a:pPr>
            <a:r>
              <a:rPr sz="1875" b="1">
                <a:solidFill>
                  <a:srgbClr val="FFFFFF"/>
                </a:solidFill>
                <a:latin typeface="Century Gothic"/>
                <a:ea typeface="Century Gothic"/>
                <a:cs typeface="Century Gothic"/>
              </a:rPr>
              <a:t>Thank you</a:t>
            </a:r>
          </a:p>
        </p:txBody>
      </p:sp>
      <p:pic>
        <p:nvPicPr>
          <p:cNvPr id="6" name="">
            <a:extLst xmlns:a="http://schemas.openxmlformats.org/drawingml/2006/main">
              <a:ext uri="{FF2B5EF4-FFF2-40B4-BE49-F238E27FC236}">
                <a16:creationId xmlns:a16="http://schemas.microsoft.com/office/drawing/2014/main" id="{82C03BAB-B868-47F8-B15C-B3A1B0618C2A}"/>
              </a:ext>
            </a:extLst>
          </p:cNvPr>
          <p:cNvPicPr>
            <a:picLocks xmlns:a="http://schemas.openxmlformats.org/drawingml/2006/main" noChangeAspect="1"/>
          </p:cNvPicPr>
          <p:nvPr/>
        </p:nvPicPr>
        <p:blipFill>
          <a:blip xmlns:r="http://schemas.openxmlformats.org/officeDocument/2006/relationships" xmlns:a="http://schemas.openxmlformats.org/drawingml/2006/main" r:embed="R9f32c81536b44b4f">
            <a:extLst>
              <a:ext uri="{96DAC541-7B7A-43D3-8B79-37D633B846F1}">
                <asvg:svgBlip xmlns:asvg="http://schemas.microsoft.com/office/drawing/2016/SVG/main" r:embed="R9b23b676ec6b4f86"/>
              </a:ext>
            </a:extLst>
          </a:blip>
          <a:stretch xmlns:a="http://schemas.openxmlformats.org/drawingml/2006/main"/>
        </p:blipFill>
        <p:spPr>
          <a:xfrm xmlns:a="http://schemas.openxmlformats.org/drawingml/2006/main">
            <a:off x="6286500" y="2571750"/>
            <a:ext cx="1905000" cy="1905000"/>
          </a:xfrm>
          <a:prstGeom xmlns:a="http://schemas.openxmlformats.org/drawingml/2006/main" prst="rect">
            <a:avLst/>
          </a:prstGeom>
        </p:spPr>
      </p:pic>
    </p:spTree>
    <p:extLst>
      <p:ext uri="{BB962C8B-B14F-4D97-AF65-F5344CB8AC3E}">
        <p14:creationId xmlns:p14="http://schemas.microsoft.com/office/powerpoint/2010/main" val="20806828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2026-10-19T15:58:56.9370000Z</dcterms:created>
  <dcterms:modified xsi:type="dcterms:W3CDTF">2026-10-19T15:58:56.9370000Z</dcterms:modified>
</coreProperties>
</file>